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7" r:id="rId1"/>
  </p:sldMasterIdLst>
  <p:notesMasterIdLst>
    <p:notesMasterId r:id="rId10"/>
  </p:notesMasterIdLst>
  <p:handoutMasterIdLst>
    <p:handoutMasterId r:id="rId11"/>
  </p:handoutMasterIdLst>
  <p:sldIdLst>
    <p:sldId id="378" r:id="rId2"/>
    <p:sldId id="417" r:id="rId3"/>
    <p:sldId id="435" r:id="rId4"/>
    <p:sldId id="433" r:id="rId5"/>
    <p:sldId id="456" r:id="rId6"/>
    <p:sldId id="455" r:id="rId7"/>
    <p:sldId id="457" r:id="rId8"/>
    <p:sldId id="453" r:id="rId9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charset="0"/>
        <a:cs typeface="宋体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charset="0"/>
        <a:cs typeface="宋体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charset="0"/>
        <a:cs typeface="宋体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charset="0"/>
        <a:cs typeface="宋体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charset="0"/>
        <a:cs typeface="宋体" charset="0"/>
      </a:defRPr>
    </a:lvl5pPr>
    <a:lvl6pPr marL="2286000" algn="l" defTabSz="457200" rtl="0" eaLnBrk="1" latinLnBrk="0" hangingPunct="1">
      <a:defRPr kern="1200">
        <a:solidFill>
          <a:schemeClr val="tx1"/>
        </a:solidFill>
        <a:latin typeface="Arial" charset="0"/>
        <a:ea typeface="宋体" charset="0"/>
        <a:cs typeface="宋体" charset="0"/>
      </a:defRPr>
    </a:lvl6pPr>
    <a:lvl7pPr marL="2743200" algn="l" defTabSz="457200" rtl="0" eaLnBrk="1" latinLnBrk="0" hangingPunct="1">
      <a:defRPr kern="1200">
        <a:solidFill>
          <a:schemeClr val="tx1"/>
        </a:solidFill>
        <a:latin typeface="Arial" charset="0"/>
        <a:ea typeface="宋体" charset="0"/>
        <a:cs typeface="宋体" charset="0"/>
      </a:defRPr>
    </a:lvl7pPr>
    <a:lvl8pPr marL="3200400" algn="l" defTabSz="457200" rtl="0" eaLnBrk="1" latinLnBrk="0" hangingPunct="1">
      <a:defRPr kern="1200">
        <a:solidFill>
          <a:schemeClr val="tx1"/>
        </a:solidFill>
        <a:latin typeface="Arial" charset="0"/>
        <a:ea typeface="宋体" charset="0"/>
        <a:cs typeface="宋体" charset="0"/>
      </a:defRPr>
    </a:lvl8pPr>
    <a:lvl9pPr marL="3657600" algn="l" defTabSz="457200" rtl="0" eaLnBrk="1" latinLnBrk="0" hangingPunct="1">
      <a:defRPr kern="1200">
        <a:solidFill>
          <a:schemeClr val="tx1"/>
        </a:solidFill>
        <a:latin typeface="Arial" charset="0"/>
        <a:ea typeface="宋体" charset="0"/>
        <a:cs typeface="宋体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Yan Hui" initials="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chemeClr val="tx1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008080"/>
    <a:srgbClr val="FF3300"/>
    <a:srgbClr val="FF9966"/>
    <a:srgbClr val="FF9933"/>
    <a:srgbClr val="FFFF00"/>
    <a:srgbClr val="757E30"/>
    <a:srgbClr val="33CCCC"/>
    <a:srgbClr val="CC00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82565" autoAdjust="0"/>
  </p:normalViewPr>
  <p:slideViewPr>
    <p:cSldViewPr>
      <p:cViewPr varScale="1">
        <p:scale>
          <a:sx n="110" d="100"/>
          <a:sy n="110" d="100"/>
        </p:scale>
        <p:origin x="2273" y="69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2388"/>
    </p:cViewPr>
  </p:sorterViewPr>
  <p:notesViewPr>
    <p:cSldViewPr>
      <p:cViewPr varScale="1">
        <p:scale>
          <a:sx n="37" d="100"/>
          <a:sy n="37" d="100"/>
        </p:scale>
        <p:origin x="-1090" y="-58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commentAuthors" Target="commentAuthors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3A195EF1-351F-EC43-AC03-235E5BA89723}" type="doc">
      <dgm:prSet loTypeId="urn:microsoft.com/office/officeart/2008/layout/LinedList" loCatId="" qsTypeId="urn:microsoft.com/office/officeart/2005/8/quickstyle/simple4" qsCatId="simple" csTypeId="urn:microsoft.com/office/officeart/2005/8/colors/accent1_2" csCatId="accent1" phldr="1"/>
      <dgm:spPr/>
      <dgm:t>
        <a:bodyPr/>
        <a:lstStyle/>
        <a:p>
          <a:endParaRPr lang="zh-CN" altLang="en-US"/>
        </a:p>
      </dgm:t>
    </dgm:pt>
    <dgm:pt modelId="{844F900B-915F-EB40-8750-48C27E5F2C66}">
      <dgm:prSet/>
      <dgm:spPr/>
      <dgm:t>
        <a:bodyPr/>
        <a:lstStyle/>
        <a:p>
          <a:r>
            <a:rPr lang="zh-CN" altLang="en-US" b="1">
              <a:solidFill>
                <a:schemeClr val="tx1"/>
              </a:solidFill>
            </a:rPr>
            <a:t>结果分析</a:t>
          </a:r>
          <a:endParaRPr lang="zh-CN" altLang="en-US" b="1" dirty="0">
            <a:solidFill>
              <a:schemeClr val="tx1"/>
            </a:solidFill>
          </a:endParaRPr>
        </a:p>
      </dgm:t>
    </dgm:pt>
    <dgm:pt modelId="{A572F1AC-D140-0541-ABE4-EFEFA720CBD9}" type="parTrans" cxnId="{BF293E1B-6CE1-DD45-B3D2-DDB2A0204C0C}">
      <dgm:prSet/>
      <dgm:spPr/>
      <dgm:t>
        <a:bodyPr/>
        <a:lstStyle/>
        <a:p>
          <a:endParaRPr lang="zh-CN" altLang="en-US"/>
        </a:p>
      </dgm:t>
    </dgm:pt>
    <dgm:pt modelId="{E5759FB7-023C-2143-9FF7-884B28CB7FDA}" type="sibTrans" cxnId="{BF293E1B-6CE1-DD45-B3D2-DDB2A0204C0C}">
      <dgm:prSet/>
      <dgm:spPr/>
      <dgm:t>
        <a:bodyPr/>
        <a:lstStyle/>
        <a:p>
          <a:endParaRPr lang="zh-CN" altLang="en-US"/>
        </a:p>
      </dgm:t>
    </dgm:pt>
    <dgm:pt modelId="{B7DDCA9D-7389-E948-B9CF-196419CA5061}">
      <dgm:prSet/>
      <dgm:spPr/>
      <dgm:t>
        <a:bodyPr/>
        <a:lstStyle/>
        <a:p>
          <a:r>
            <a:rPr lang="zh-CN" altLang="en-US" b="1" dirty="0">
              <a:solidFill>
                <a:schemeClr val="tx1"/>
              </a:solidFill>
            </a:rPr>
            <a:t>编程实现</a:t>
          </a:r>
        </a:p>
      </dgm:t>
    </dgm:pt>
    <dgm:pt modelId="{C650CB4F-357A-1D40-A8DF-646F4978CA86}">
      <dgm:prSet phldrT="[文本]"/>
      <dgm:spPr/>
      <dgm:t>
        <a:bodyPr/>
        <a:lstStyle/>
        <a:p>
          <a:r>
            <a:rPr lang="zh-CN" altLang="en-US" b="1" dirty="0">
              <a:solidFill>
                <a:schemeClr val="tx1"/>
              </a:solidFill>
            </a:rPr>
            <a:t>选择、设计算法</a:t>
          </a:r>
        </a:p>
      </dgm:t>
    </dgm:pt>
    <dgm:pt modelId="{FABDDF78-0C9C-CC49-9D51-E934DB7CB555}">
      <dgm:prSet phldrT="[文本]"/>
      <dgm:spPr/>
      <dgm:t>
        <a:bodyPr/>
        <a:lstStyle/>
        <a:p>
          <a:r>
            <a:rPr lang="zh-CN" altLang="en-US" b="1" dirty="0">
              <a:solidFill>
                <a:schemeClr val="tx1"/>
              </a:solidFill>
            </a:rPr>
            <a:t>分析问题</a:t>
          </a:r>
        </a:p>
      </dgm:t>
    </dgm:pt>
    <dgm:pt modelId="{E7BF1D1D-FF59-9D42-A8C8-A1254CF565E1}">
      <dgm:prSet phldrT="[文本]"/>
      <dgm:spPr/>
      <dgm:t>
        <a:bodyPr/>
        <a:lstStyle/>
        <a:p>
          <a:r>
            <a:rPr lang="zh-CN" altLang="en-US" b="1" dirty="0"/>
            <a:t>一般步骤</a:t>
          </a:r>
        </a:p>
      </dgm:t>
    </dgm:pt>
    <dgm:pt modelId="{39F82D42-25A8-DB4C-A067-8923B7C65E96}" type="sibTrans" cxnId="{7AFE250A-9ECD-044C-BA6D-42C6B9C93AF4}">
      <dgm:prSet/>
      <dgm:spPr/>
      <dgm:t>
        <a:bodyPr/>
        <a:lstStyle/>
        <a:p>
          <a:endParaRPr lang="zh-CN" altLang="en-US"/>
        </a:p>
      </dgm:t>
    </dgm:pt>
    <dgm:pt modelId="{08E52103-0BC9-2843-96BD-EB1DC6B0C3B0}" type="parTrans" cxnId="{7AFE250A-9ECD-044C-BA6D-42C6B9C93AF4}">
      <dgm:prSet/>
      <dgm:spPr/>
      <dgm:t>
        <a:bodyPr/>
        <a:lstStyle/>
        <a:p>
          <a:endParaRPr lang="zh-CN" altLang="en-US"/>
        </a:p>
      </dgm:t>
    </dgm:pt>
    <dgm:pt modelId="{71C367B0-B5FB-B64C-8EEC-6DD2E272D3DB}" type="sibTrans" cxnId="{92871092-7A8F-C544-BF13-67C3D9D0321A}">
      <dgm:prSet/>
      <dgm:spPr/>
      <dgm:t>
        <a:bodyPr/>
        <a:lstStyle/>
        <a:p>
          <a:endParaRPr lang="zh-CN" altLang="en-US"/>
        </a:p>
      </dgm:t>
    </dgm:pt>
    <dgm:pt modelId="{A46702A9-3A91-0F49-A8E8-86C9D79BE3A1}" type="parTrans" cxnId="{92871092-7A8F-C544-BF13-67C3D9D0321A}">
      <dgm:prSet/>
      <dgm:spPr/>
      <dgm:t>
        <a:bodyPr/>
        <a:lstStyle/>
        <a:p>
          <a:endParaRPr lang="zh-CN" altLang="en-US"/>
        </a:p>
      </dgm:t>
    </dgm:pt>
    <dgm:pt modelId="{943126F5-57B3-F742-869C-7B737F3A047C}" type="sibTrans" cxnId="{EA0B20DB-0031-A84B-8EEE-7AF606E68037}">
      <dgm:prSet/>
      <dgm:spPr/>
      <dgm:t>
        <a:bodyPr/>
        <a:lstStyle/>
        <a:p>
          <a:endParaRPr lang="zh-CN" altLang="en-US"/>
        </a:p>
      </dgm:t>
    </dgm:pt>
    <dgm:pt modelId="{276DCB9A-F60E-B746-ADAB-3183B40D709B}" type="parTrans" cxnId="{EA0B20DB-0031-A84B-8EEE-7AF606E68037}">
      <dgm:prSet/>
      <dgm:spPr/>
      <dgm:t>
        <a:bodyPr/>
        <a:lstStyle/>
        <a:p>
          <a:endParaRPr lang="zh-CN" altLang="en-US"/>
        </a:p>
      </dgm:t>
    </dgm:pt>
    <dgm:pt modelId="{CD8CC243-A4D1-1C4E-93A3-1B6E0E0417B6}" type="sibTrans" cxnId="{B6243C0F-6115-7F47-BD9D-FEB56CCEB7D5}">
      <dgm:prSet/>
      <dgm:spPr/>
      <dgm:t>
        <a:bodyPr/>
        <a:lstStyle/>
        <a:p>
          <a:endParaRPr lang="zh-CN" altLang="en-US"/>
        </a:p>
      </dgm:t>
    </dgm:pt>
    <dgm:pt modelId="{8CAEC4BE-E2BC-234E-9DC3-75528A06B64C}" type="parTrans" cxnId="{B6243C0F-6115-7F47-BD9D-FEB56CCEB7D5}">
      <dgm:prSet/>
      <dgm:spPr/>
      <dgm:t>
        <a:bodyPr/>
        <a:lstStyle/>
        <a:p>
          <a:endParaRPr lang="zh-CN" altLang="en-US"/>
        </a:p>
      </dgm:t>
    </dgm:pt>
    <dgm:pt modelId="{B1A01356-A30E-D847-A21A-4424EC1DBBA6}">
      <dgm:prSet phldrT="[文本]"/>
      <dgm:spPr/>
      <dgm:t>
        <a:bodyPr/>
        <a:lstStyle/>
        <a:p>
          <a:r>
            <a:rPr lang="zh-CN" altLang="en-US" b="1" dirty="0">
              <a:solidFill>
                <a:schemeClr val="tx1"/>
              </a:solidFill>
            </a:rPr>
            <a:t>建立数学模型</a:t>
          </a:r>
        </a:p>
      </dgm:t>
    </dgm:pt>
    <dgm:pt modelId="{86C20FA3-833E-8C4C-9AEE-7E197B275AD1}" type="parTrans" cxnId="{BCF063EB-142A-CD40-AE05-06CE83780BF4}">
      <dgm:prSet/>
      <dgm:spPr/>
      <dgm:t>
        <a:bodyPr/>
        <a:lstStyle/>
        <a:p>
          <a:endParaRPr lang="zh-CN" altLang="en-US"/>
        </a:p>
      </dgm:t>
    </dgm:pt>
    <dgm:pt modelId="{26B0C52E-719F-F940-BD39-6419656980D7}" type="sibTrans" cxnId="{BCF063EB-142A-CD40-AE05-06CE83780BF4}">
      <dgm:prSet/>
      <dgm:spPr/>
      <dgm:t>
        <a:bodyPr/>
        <a:lstStyle/>
        <a:p>
          <a:endParaRPr lang="zh-CN" altLang="en-US"/>
        </a:p>
      </dgm:t>
    </dgm:pt>
    <dgm:pt modelId="{3956F2D9-2E43-5C47-95F6-9F99BE90B9EB}" type="pres">
      <dgm:prSet presAssocID="{3A195EF1-351F-EC43-AC03-235E5BA89723}" presName="vert0" presStyleCnt="0">
        <dgm:presLayoutVars>
          <dgm:dir/>
          <dgm:animOne val="branch"/>
          <dgm:animLvl val="lvl"/>
        </dgm:presLayoutVars>
      </dgm:prSet>
      <dgm:spPr/>
    </dgm:pt>
    <dgm:pt modelId="{718BACA4-9CB9-9340-86A6-E8E4DABCA061}" type="pres">
      <dgm:prSet presAssocID="{E7BF1D1D-FF59-9D42-A8C8-A1254CF565E1}" presName="thickLine" presStyleLbl="alignNode1" presStyleIdx="0" presStyleCnt="1"/>
      <dgm:spPr/>
    </dgm:pt>
    <dgm:pt modelId="{B9DCEA7E-4D93-5849-930A-2E320AFDA65E}" type="pres">
      <dgm:prSet presAssocID="{E7BF1D1D-FF59-9D42-A8C8-A1254CF565E1}" presName="horz1" presStyleCnt="0"/>
      <dgm:spPr/>
    </dgm:pt>
    <dgm:pt modelId="{AC71FFE7-1A85-7D4B-9217-27AEB40B72C0}" type="pres">
      <dgm:prSet presAssocID="{E7BF1D1D-FF59-9D42-A8C8-A1254CF565E1}" presName="tx1" presStyleLbl="revTx" presStyleIdx="0" presStyleCnt="6"/>
      <dgm:spPr/>
    </dgm:pt>
    <dgm:pt modelId="{81DC6E72-01F3-1A43-AB72-EE3409419FD8}" type="pres">
      <dgm:prSet presAssocID="{E7BF1D1D-FF59-9D42-A8C8-A1254CF565E1}" presName="vert1" presStyleCnt="0"/>
      <dgm:spPr/>
    </dgm:pt>
    <dgm:pt modelId="{F6767F54-2A7F-5A48-80D2-F72D14858C01}" type="pres">
      <dgm:prSet presAssocID="{FABDDF78-0C9C-CC49-9D51-E934DB7CB555}" presName="vertSpace2a" presStyleCnt="0"/>
      <dgm:spPr/>
    </dgm:pt>
    <dgm:pt modelId="{BBCCC90E-1C8E-CE44-BCC8-4EADCDCC5D0A}" type="pres">
      <dgm:prSet presAssocID="{FABDDF78-0C9C-CC49-9D51-E934DB7CB555}" presName="horz2" presStyleCnt="0"/>
      <dgm:spPr/>
    </dgm:pt>
    <dgm:pt modelId="{4B74110D-EE38-FD4A-BC9D-4E8AF13EE1B5}" type="pres">
      <dgm:prSet presAssocID="{FABDDF78-0C9C-CC49-9D51-E934DB7CB555}" presName="horzSpace2" presStyleCnt="0"/>
      <dgm:spPr/>
    </dgm:pt>
    <dgm:pt modelId="{0571162F-119C-6F41-A5D8-571465528625}" type="pres">
      <dgm:prSet presAssocID="{FABDDF78-0C9C-CC49-9D51-E934DB7CB555}" presName="tx2" presStyleLbl="revTx" presStyleIdx="1" presStyleCnt="6"/>
      <dgm:spPr/>
    </dgm:pt>
    <dgm:pt modelId="{4660192B-7B15-EE4F-A9FA-5CECF8BE4EFB}" type="pres">
      <dgm:prSet presAssocID="{FABDDF78-0C9C-CC49-9D51-E934DB7CB555}" presName="vert2" presStyleCnt="0"/>
      <dgm:spPr/>
    </dgm:pt>
    <dgm:pt modelId="{95E0518C-CE8C-9144-8B69-87C901D174D2}" type="pres">
      <dgm:prSet presAssocID="{FABDDF78-0C9C-CC49-9D51-E934DB7CB555}" presName="thinLine2b" presStyleLbl="callout" presStyleIdx="0" presStyleCnt="5"/>
      <dgm:spPr/>
    </dgm:pt>
    <dgm:pt modelId="{10BE4556-78D6-4848-852A-8940C68CDE1E}" type="pres">
      <dgm:prSet presAssocID="{FABDDF78-0C9C-CC49-9D51-E934DB7CB555}" presName="vertSpace2b" presStyleCnt="0"/>
      <dgm:spPr/>
    </dgm:pt>
    <dgm:pt modelId="{A6FD4E76-C84F-DC40-98CC-B0EBE379F201}" type="pres">
      <dgm:prSet presAssocID="{B1A01356-A30E-D847-A21A-4424EC1DBBA6}" presName="horz2" presStyleCnt="0"/>
      <dgm:spPr/>
    </dgm:pt>
    <dgm:pt modelId="{8E17E697-2C9E-EE42-ADB6-9BDC923CEBD3}" type="pres">
      <dgm:prSet presAssocID="{B1A01356-A30E-D847-A21A-4424EC1DBBA6}" presName="horzSpace2" presStyleCnt="0"/>
      <dgm:spPr/>
    </dgm:pt>
    <dgm:pt modelId="{BA149C47-F48A-B741-8A5C-5781576AB47C}" type="pres">
      <dgm:prSet presAssocID="{B1A01356-A30E-D847-A21A-4424EC1DBBA6}" presName="tx2" presStyleLbl="revTx" presStyleIdx="2" presStyleCnt="6"/>
      <dgm:spPr/>
    </dgm:pt>
    <dgm:pt modelId="{A3F1D82F-DF48-AF4B-A80B-B7805051BD10}" type="pres">
      <dgm:prSet presAssocID="{B1A01356-A30E-D847-A21A-4424EC1DBBA6}" presName="vert2" presStyleCnt="0"/>
      <dgm:spPr/>
    </dgm:pt>
    <dgm:pt modelId="{33D4ED23-9230-5C4E-96AD-9FE9FF57B4F5}" type="pres">
      <dgm:prSet presAssocID="{B1A01356-A30E-D847-A21A-4424EC1DBBA6}" presName="thinLine2b" presStyleLbl="callout" presStyleIdx="1" presStyleCnt="5"/>
      <dgm:spPr/>
    </dgm:pt>
    <dgm:pt modelId="{4CEA99BD-B763-F54B-94D8-6E41C6342F0F}" type="pres">
      <dgm:prSet presAssocID="{B1A01356-A30E-D847-A21A-4424EC1DBBA6}" presName="vertSpace2b" presStyleCnt="0"/>
      <dgm:spPr/>
    </dgm:pt>
    <dgm:pt modelId="{AD4BFD7F-01C0-EC48-842C-AD964EEDFB72}" type="pres">
      <dgm:prSet presAssocID="{C650CB4F-357A-1D40-A8DF-646F4978CA86}" presName="horz2" presStyleCnt="0"/>
      <dgm:spPr/>
    </dgm:pt>
    <dgm:pt modelId="{D9DBAEF6-CB55-8F4A-8745-C30F8126EA18}" type="pres">
      <dgm:prSet presAssocID="{C650CB4F-357A-1D40-A8DF-646F4978CA86}" presName="horzSpace2" presStyleCnt="0"/>
      <dgm:spPr/>
    </dgm:pt>
    <dgm:pt modelId="{64E3D211-9FA8-C242-ADF3-EADE4521EEA2}" type="pres">
      <dgm:prSet presAssocID="{C650CB4F-357A-1D40-A8DF-646F4978CA86}" presName="tx2" presStyleLbl="revTx" presStyleIdx="3" presStyleCnt="6"/>
      <dgm:spPr/>
    </dgm:pt>
    <dgm:pt modelId="{8D0033F5-B5CA-F04C-8DFE-77585717DBB0}" type="pres">
      <dgm:prSet presAssocID="{C650CB4F-357A-1D40-A8DF-646F4978CA86}" presName="vert2" presStyleCnt="0"/>
      <dgm:spPr/>
    </dgm:pt>
    <dgm:pt modelId="{44687BD6-E5E4-084F-BE2C-AB1ED304B71C}" type="pres">
      <dgm:prSet presAssocID="{C650CB4F-357A-1D40-A8DF-646F4978CA86}" presName="thinLine2b" presStyleLbl="callout" presStyleIdx="2" presStyleCnt="5"/>
      <dgm:spPr/>
    </dgm:pt>
    <dgm:pt modelId="{C489CEBD-257F-8646-86DA-8C931B159E9E}" type="pres">
      <dgm:prSet presAssocID="{C650CB4F-357A-1D40-A8DF-646F4978CA86}" presName="vertSpace2b" presStyleCnt="0"/>
      <dgm:spPr/>
    </dgm:pt>
    <dgm:pt modelId="{8659AF04-66A4-0547-8794-A9317E7EF1E8}" type="pres">
      <dgm:prSet presAssocID="{B7DDCA9D-7389-E948-B9CF-196419CA5061}" presName="horz2" presStyleCnt="0"/>
      <dgm:spPr/>
    </dgm:pt>
    <dgm:pt modelId="{83E0F5DF-E7A2-A04C-99AC-32BE0B8571E7}" type="pres">
      <dgm:prSet presAssocID="{B7DDCA9D-7389-E948-B9CF-196419CA5061}" presName="horzSpace2" presStyleCnt="0"/>
      <dgm:spPr/>
    </dgm:pt>
    <dgm:pt modelId="{9CBB69A6-2DBD-6B4F-85B4-64F400C10738}" type="pres">
      <dgm:prSet presAssocID="{B7DDCA9D-7389-E948-B9CF-196419CA5061}" presName="tx2" presStyleLbl="revTx" presStyleIdx="4" presStyleCnt="6"/>
      <dgm:spPr/>
    </dgm:pt>
    <dgm:pt modelId="{AFDB2337-1872-D944-9A6C-9B0C22CEC914}" type="pres">
      <dgm:prSet presAssocID="{B7DDCA9D-7389-E948-B9CF-196419CA5061}" presName="vert2" presStyleCnt="0"/>
      <dgm:spPr/>
    </dgm:pt>
    <dgm:pt modelId="{A4C37010-A5DB-7041-AB39-DDD50491ABD3}" type="pres">
      <dgm:prSet presAssocID="{B7DDCA9D-7389-E948-B9CF-196419CA5061}" presName="thinLine2b" presStyleLbl="callout" presStyleIdx="3" presStyleCnt="5"/>
      <dgm:spPr/>
    </dgm:pt>
    <dgm:pt modelId="{C57B6AD7-4450-D243-BA27-11C44EB9DED6}" type="pres">
      <dgm:prSet presAssocID="{B7DDCA9D-7389-E948-B9CF-196419CA5061}" presName="vertSpace2b" presStyleCnt="0"/>
      <dgm:spPr/>
    </dgm:pt>
    <dgm:pt modelId="{CBA5810A-4A17-4744-828F-1CABF82197F9}" type="pres">
      <dgm:prSet presAssocID="{844F900B-915F-EB40-8750-48C27E5F2C66}" presName="horz2" presStyleCnt="0"/>
      <dgm:spPr/>
    </dgm:pt>
    <dgm:pt modelId="{4C000E7E-8BAE-2B4F-B707-A7F257398B57}" type="pres">
      <dgm:prSet presAssocID="{844F900B-915F-EB40-8750-48C27E5F2C66}" presName="horzSpace2" presStyleCnt="0"/>
      <dgm:spPr/>
    </dgm:pt>
    <dgm:pt modelId="{014A86CF-7DE3-564C-8E43-8D45AD3A244E}" type="pres">
      <dgm:prSet presAssocID="{844F900B-915F-EB40-8750-48C27E5F2C66}" presName="tx2" presStyleLbl="revTx" presStyleIdx="5" presStyleCnt="6"/>
      <dgm:spPr/>
    </dgm:pt>
    <dgm:pt modelId="{877CA9DA-A7B9-7548-809A-FC617419E586}" type="pres">
      <dgm:prSet presAssocID="{844F900B-915F-EB40-8750-48C27E5F2C66}" presName="vert2" presStyleCnt="0"/>
      <dgm:spPr/>
    </dgm:pt>
    <dgm:pt modelId="{04053CA2-6A4E-7F43-927A-2AB8EF0F7386}" type="pres">
      <dgm:prSet presAssocID="{844F900B-915F-EB40-8750-48C27E5F2C66}" presName="thinLine2b" presStyleLbl="callout" presStyleIdx="4" presStyleCnt="5"/>
      <dgm:spPr/>
    </dgm:pt>
    <dgm:pt modelId="{CDFAD618-292C-4148-8E47-E078DD15BF70}" type="pres">
      <dgm:prSet presAssocID="{844F900B-915F-EB40-8750-48C27E5F2C66}" presName="vertSpace2b" presStyleCnt="0"/>
      <dgm:spPr/>
    </dgm:pt>
  </dgm:ptLst>
  <dgm:cxnLst>
    <dgm:cxn modelId="{99D10900-2F4A-2545-A5AA-1B64A61D79C6}" type="presOf" srcId="{FABDDF78-0C9C-CC49-9D51-E934DB7CB555}" destId="{0571162F-119C-6F41-A5D8-571465528625}" srcOrd="0" destOrd="0" presId="urn:microsoft.com/office/officeart/2008/layout/LinedList"/>
    <dgm:cxn modelId="{1B4BA804-4438-D544-A306-25C4A1CBCFA6}" type="presOf" srcId="{E7BF1D1D-FF59-9D42-A8C8-A1254CF565E1}" destId="{AC71FFE7-1A85-7D4B-9217-27AEB40B72C0}" srcOrd="0" destOrd="0" presId="urn:microsoft.com/office/officeart/2008/layout/LinedList"/>
    <dgm:cxn modelId="{7AFE250A-9ECD-044C-BA6D-42C6B9C93AF4}" srcId="{3A195EF1-351F-EC43-AC03-235E5BA89723}" destId="{E7BF1D1D-FF59-9D42-A8C8-A1254CF565E1}" srcOrd="0" destOrd="0" parTransId="{08E52103-0BC9-2843-96BD-EB1DC6B0C3B0}" sibTransId="{39F82D42-25A8-DB4C-A067-8923B7C65E96}"/>
    <dgm:cxn modelId="{B6243C0F-6115-7F47-BD9D-FEB56CCEB7D5}" srcId="{E7BF1D1D-FF59-9D42-A8C8-A1254CF565E1}" destId="{FABDDF78-0C9C-CC49-9D51-E934DB7CB555}" srcOrd="0" destOrd="0" parTransId="{8CAEC4BE-E2BC-234E-9DC3-75528A06B64C}" sibTransId="{CD8CC243-A4D1-1C4E-93A3-1B6E0E0417B6}"/>
    <dgm:cxn modelId="{BF293E1B-6CE1-DD45-B3D2-DDB2A0204C0C}" srcId="{E7BF1D1D-FF59-9D42-A8C8-A1254CF565E1}" destId="{844F900B-915F-EB40-8750-48C27E5F2C66}" srcOrd="4" destOrd="0" parTransId="{A572F1AC-D140-0541-ABE4-EFEFA720CBD9}" sibTransId="{E5759FB7-023C-2143-9FF7-884B28CB7FDA}"/>
    <dgm:cxn modelId="{EECF9222-090A-E14C-84F4-9BBDE4BE965A}" type="presOf" srcId="{B7DDCA9D-7389-E948-B9CF-196419CA5061}" destId="{9CBB69A6-2DBD-6B4F-85B4-64F400C10738}" srcOrd="0" destOrd="0" presId="urn:microsoft.com/office/officeart/2008/layout/LinedList"/>
    <dgm:cxn modelId="{92871092-7A8F-C544-BF13-67C3D9D0321A}" srcId="{E7BF1D1D-FF59-9D42-A8C8-A1254CF565E1}" destId="{B7DDCA9D-7389-E948-B9CF-196419CA5061}" srcOrd="3" destOrd="0" parTransId="{A46702A9-3A91-0F49-A8E8-86C9D79BE3A1}" sibTransId="{71C367B0-B5FB-B64C-8EEC-6DD2E272D3DB}"/>
    <dgm:cxn modelId="{CCF377D5-EC6A-FD48-86FB-62FE3B99863D}" type="presOf" srcId="{3A195EF1-351F-EC43-AC03-235E5BA89723}" destId="{3956F2D9-2E43-5C47-95F6-9F99BE90B9EB}" srcOrd="0" destOrd="0" presId="urn:microsoft.com/office/officeart/2008/layout/LinedList"/>
    <dgm:cxn modelId="{EA0B20DB-0031-A84B-8EEE-7AF606E68037}" srcId="{E7BF1D1D-FF59-9D42-A8C8-A1254CF565E1}" destId="{C650CB4F-357A-1D40-A8DF-646F4978CA86}" srcOrd="2" destOrd="0" parTransId="{276DCB9A-F60E-B746-ADAB-3183B40D709B}" sibTransId="{943126F5-57B3-F742-869C-7B737F3A047C}"/>
    <dgm:cxn modelId="{9470E1DC-0635-3640-A8D3-4F108727782D}" type="presOf" srcId="{844F900B-915F-EB40-8750-48C27E5F2C66}" destId="{014A86CF-7DE3-564C-8E43-8D45AD3A244E}" srcOrd="0" destOrd="0" presId="urn:microsoft.com/office/officeart/2008/layout/LinedList"/>
    <dgm:cxn modelId="{BCF063EB-142A-CD40-AE05-06CE83780BF4}" srcId="{E7BF1D1D-FF59-9D42-A8C8-A1254CF565E1}" destId="{B1A01356-A30E-D847-A21A-4424EC1DBBA6}" srcOrd="1" destOrd="0" parTransId="{86C20FA3-833E-8C4C-9AEE-7E197B275AD1}" sibTransId="{26B0C52E-719F-F940-BD39-6419656980D7}"/>
    <dgm:cxn modelId="{BC8366EB-5E69-D94F-839C-103D0B862085}" type="presOf" srcId="{B1A01356-A30E-D847-A21A-4424EC1DBBA6}" destId="{BA149C47-F48A-B741-8A5C-5781576AB47C}" srcOrd="0" destOrd="0" presId="urn:microsoft.com/office/officeart/2008/layout/LinedList"/>
    <dgm:cxn modelId="{8777A5FC-2E55-544D-B8BF-84F2D5836244}" type="presOf" srcId="{C650CB4F-357A-1D40-A8DF-646F4978CA86}" destId="{64E3D211-9FA8-C242-ADF3-EADE4521EEA2}" srcOrd="0" destOrd="0" presId="urn:microsoft.com/office/officeart/2008/layout/LinedList"/>
    <dgm:cxn modelId="{9E1DDA0F-D0E4-EE4F-AC58-F1342B83E9A4}" type="presParOf" srcId="{3956F2D9-2E43-5C47-95F6-9F99BE90B9EB}" destId="{718BACA4-9CB9-9340-86A6-E8E4DABCA061}" srcOrd="0" destOrd="0" presId="urn:microsoft.com/office/officeart/2008/layout/LinedList"/>
    <dgm:cxn modelId="{53B35784-0FCF-CB4A-B7C8-BEA193E86215}" type="presParOf" srcId="{3956F2D9-2E43-5C47-95F6-9F99BE90B9EB}" destId="{B9DCEA7E-4D93-5849-930A-2E320AFDA65E}" srcOrd="1" destOrd="0" presId="urn:microsoft.com/office/officeart/2008/layout/LinedList"/>
    <dgm:cxn modelId="{10C41F54-CE79-3149-B916-F7E168BC7362}" type="presParOf" srcId="{B9DCEA7E-4D93-5849-930A-2E320AFDA65E}" destId="{AC71FFE7-1A85-7D4B-9217-27AEB40B72C0}" srcOrd="0" destOrd="0" presId="urn:microsoft.com/office/officeart/2008/layout/LinedList"/>
    <dgm:cxn modelId="{AAFD5EB4-C576-A84E-A463-65BB54763C09}" type="presParOf" srcId="{B9DCEA7E-4D93-5849-930A-2E320AFDA65E}" destId="{81DC6E72-01F3-1A43-AB72-EE3409419FD8}" srcOrd="1" destOrd="0" presId="urn:microsoft.com/office/officeart/2008/layout/LinedList"/>
    <dgm:cxn modelId="{7A67DC3C-EAEB-5244-8619-E6C9988BF60F}" type="presParOf" srcId="{81DC6E72-01F3-1A43-AB72-EE3409419FD8}" destId="{F6767F54-2A7F-5A48-80D2-F72D14858C01}" srcOrd="0" destOrd="0" presId="urn:microsoft.com/office/officeart/2008/layout/LinedList"/>
    <dgm:cxn modelId="{E97AEACB-40F2-5B4A-AEC3-2C45EBFC3F1B}" type="presParOf" srcId="{81DC6E72-01F3-1A43-AB72-EE3409419FD8}" destId="{BBCCC90E-1C8E-CE44-BCC8-4EADCDCC5D0A}" srcOrd="1" destOrd="0" presId="urn:microsoft.com/office/officeart/2008/layout/LinedList"/>
    <dgm:cxn modelId="{B8F35062-6076-9B4A-AA98-32D8846C76EE}" type="presParOf" srcId="{BBCCC90E-1C8E-CE44-BCC8-4EADCDCC5D0A}" destId="{4B74110D-EE38-FD4A-BC9D-4E8AF13EE1B5}" srcOrd="0" destOrd="0" presId="urn:microsoft.com/office/officeart/2008/layout/LinedList"/>
    <dgm:cxn modelId="{8C43C768-C7AB-AA4C-A315-D7A7F255D27E}" type="presParOf" srcId="{BBCCC90E-1C8E-CE44-BCC8-4EADCDCC5D0A}" destId="{0571162F-119C-6F41-A5D8-571465528625}" srcOrd="1" destOrd="0" presId="urn:microsoft.com/office/officeart/2008/layout/LinedList"/>
    <dgm:cxn modelId="{B2F2F297-ECFE-964D-97AC-571016D35315}" type="presParOf" srcId="{BBCCC90E-1C8E-CE44-BCC8-4EADCDCC5D0A}" destId="{4660192B-7B15-EE4F-A9FA-5CECF8BE4EFB}" srcOrd="2" destOrd="0" presId="urn:microsoft.com/office/officeart/2008/layout/LinedList"/>
    <dgm:cxn modelId="{FADA145E-A753-B24E-A586-3A2F89B1C7B1}" type="presParOf" srcId="{81DC6E72-01F3-1A43-AB72-EE3409419FD8}" destId="{95E0518C-CE8C-9144-8B69-87C901D174D2}" srcOrd="2" destOrd="0" presId="urn:microsoft.com/office/officeart/2008/layout/LinedList"/>
    <dgm:cxn modelId="{987D923D-C74E-F845-838B-CCB3FD16D6EA}" type="presParOf" srcId="{81DC6E72-01F3-1A43-AB72-EE3409419FD8}" destId="{10BE4556-78D6-4848-852A-8940C68CDE1E}" srcOrd="3" destOrd="0" presId="urn:microsoft.com/office/officeart/2008/layout/LinedList"/>
    <dgm:cxn modelId="{45186366-9D6B-D742-A343-41DC05E1FBBB}" type="presParOf" srcId="{81DC6E72-01F3-1A43-AB72-EE3409419FD8}" destId="{A6FD4E76-C84F-DC40-98CC-B0EBE379F201}" srcOrd="4" destOrd="0" presId="urn:microsoft.com/office/officeart/2008/layout/LinedList"/>
    <dgm:cxn modelId="{DF21874A-23B0-1C43-9E14-90AED4BC7B04}" type="presParOf" srcId="{A6FD4E76-C84F-DC40-98CC-B0EBE379F201}" destId="{8E17E697-2C9E-EE42-ADB6-9BDC923CEBD3}" srcOrd="0" destOrd="0" presId="urn:microsoft.com/office/officeart/2008/layout/LinedList"/>
    <dgm:cxn modelId="{128E6C27-29BE-8548-9858-0E56DD0CB932}" type="presParOf" srcId="{A6FD4E76-C84F-DC40-98CC-B0EBE379F201}" destId="{BA149C47-F48A-B741-8A5C-5781576AB47C}" srcOrd="1" destOrd="0" presId="urn:microsoft.com/office/officeart/2008/layout/LinedList"/>
    <dgm:cxn modelId="{85EB12BD-FB2B-F94A-B6C0-D8D7347D1C68}" type="presParOf" srcId="{A6FD4E76-C84F-DC40-98CC-B0EBE379F201}" destId="{A3F1D82F-DF48-AF4B-A80B-B7805051BD10}" srcOrd="2" destOrd="0" presId="urn:microsoft.com/office/officeart/2008/layout/LinedList"/>
    <dgm:cxn modelId="{3DC6B1FD-7D2A-5C4C-9A7A-DA19FE62D0D6}" type="presParOf" srcId="{81DC6E72-01F3-1A43-AB72-EE3409419FD8}" destId="{33D4ED23-9230-5C4E-96AD-9FE9FF57B4F5}" srcOrd="5" destOrd="0" presId="urn:microsoft.com/office/officeart/2008/layout/LinedList"/>
    <dgm:cxn modelId="{A4D7192D-4D6E-0942-84AB-4EDEA9C660BF}" type="presParOf" srcId="{81DC6E72-01F3-1A43-AB72-EE3409419FD8}" destId="{4CEA99BD-B763-F54B-94D8-6E41C6342F0F}" srcOrd="6" destOrd="0" presId="urn:microsoft.com/office/officeart/2008/layout/LinedList"/>
    <dgm:cxn modelId="{F47D66AA-92DE-9D48-BBB6-C93CD26ACE7A}" type="presParOf" srcId="{81DC6E72-01F3-1A43-AB72-EE3409419FD8}" destId="{AD4BFD7F-01C0-EC48-842C-AD964EEDFB72}" srcOrd="7" destOrd="0" presId="urn:microsoft.com/office/officeart/2008/layout/LinedList"/>
    <dgm:cxn modelId="{1E4A11D5-3DD3-3F4E-B847-EABBE9DE0103}" type="presParOf" srcId="{AD4BFD7F-01C0-EC48-842C-AD964EEDFB72}" destId="{D9DBAEF6-CB55-8F4A-8745-C30F8126EA18}" srcOrd="0" destOrd="0" presId="urn:microsoft.com/office/officeart/2008/layout/LinedList"/>
    <dgm:cxn modelId="{C3E34CD1-2DE7-B548-9FB8-AB02351E9E6E}" type="presParOf" srcId="{AD4BFD7F-01C0-EC48-842C-AD964EEDFB72}" destId="{64E3D211-9FA8-C242-ADF3-EADE4521EEA2}" srcOrd="1" destOrd="0" presId="urn:microsoft.com/office/officeart/2008/layout/LinedList"/>
    <dgm:cxn modelId="{8A0A10DB-428B-5F44-9FE2-8C5FD9F42DF2}" type="presParOf" srcId="{AD4BFD7F-01C0-EC48-842C-AD964EEDFB72}" destId="{8D0033F5-B5CA-F04C-8DFE-77585717DBB0}" srcOrd="2" destOrd="0" presId="urn:microsoft.com/office/officeart/2008/layout/LinedList"/>
    <dgm:cxn modelId="{F6A185C0-69CA-DD40-A402-B12896259A6F}" type="presParOf" srcId="{81DC6E72-01F3-1A43-AB72-EE3409419FD8}" destId="{44687BD6-E5E4-084F-BE2C-AB1ED304B71C}" srcOrd="8" destOrd="0" presId="urn:microsoft.com/office/officeart/2008/layout/LinedList"/>
    <dgm:cxn modelId="{1CB828A7-AC5D-7C4A-9B79-689CA060D375}" type="presParOf" srcId="{81DC6E72-01F3-1A43-AB72-EE3409419FD8}" destId="{C489CEBD-257F-8646-86DA-8C931B159E9E}" srcOrd="9" destOrd="0" presId="urn:microsoft.com/office/officeart/2008/layout/LinedList"/>
    <dgm:cxn modelId="{7409ABCE-F6F2-3E40-B962-434F5D874CCB}" type="presParOf" srcId="{81DC6E72-01F3-1A43-AB72-EE3409419FD8}" destId="{8659AF04-66A4-0547-8794-A9317E7EF1E8}" srcOrd="10" destOrd="0" presId="urn:microsoft.com/office/officeart/2008/layout/LinedList"/>
    <dgm:cxn modelId="{1C85E35B-182B-9147-879D-CA9D9F1E8EC9}" type="presParOf" srcId="{8659AF04-66A4-0547-8794-A9317E7EF1E8}" destId="{83E0F5DF-E7A2-A04C-99AC-32BE0B8571E7}" srcOrd="0" destOrd="0" presId="urn:microsoft.com/office/officeart/2008/layout/LinedList"/>
    <dgm:cxn modelId="{3586A5E6-9E9B-8C4F-84F1-B3AB99237D3E}" type="presParOf" srcId="{8659AF04-66A4-0547-8794-A9317E7EF1E8}" destId="{9CBB69A6-2DBD-6B4F-85B4-64F400C10738}" srcOrd="1" destOrd="0" presId="urn:microsoft.com/office/officeart/2008/layout/LinedList"/>
    <dgm:cxn modelId="{8B0CF6BF-CAD2-B64B-8B1A-827607E2BBB1}" type="presParOf" srcId="{8659AF04-66A4-0547-8794-A9317E7EF1E8}" destId="{AFDB2337-1872-D944-9A6C-9B0C22CEC914}" srcOrd="2" destOrd="0" presId="urn:microsoft.com/office/officeart/2008/layout/LinedList"/>
    <dgm:cxn modelId="{6D1B1188-95C4-5142-B01E-062792A89575}" type="presParOf" srcId="{81DC6E72-01F3-1A43-AB72-EE3409419FD8}" destId="{A4C37010-A5DB-7041-AB39-DDD50491ABD3}" srcOrd="11" destOrd="0" presId="urn:microsoft.com/office/officeart/2008/layout/LinedList"/>
    <dgm:cxn modelId="{32B51620-C1FA-294E-A406-6EFC88B72634}" type="presParOf" srcId="{81DC6E72-01F3-1A43-AB72-EE3409419FD8}" destId="{C57B6AD7-4450-D243-BA27-11C44EB9DED6}" srcOrd="12" destOrd="0" presId="urn:microsoft.com/office/officeart/2008/layout/LinedList"/>
    <dgm:cxn modelId="{F84A7D02-3B3D-7D43-B2D1-DF435AD24382}" type="presParOf" srcId="{81DC6E72-01F3-1A43-AB72-EE3409419FD8}" destId="{CBA5810A-4A17-4744-828F-1CABF82197F9}" srcOrd="13" destOrd="0" presId="urn:microsoft.com/office/officeart/2008/layout/LinedList"/>
    <dgm:cxn modelId="{A202CD7F-31CC-2E40-BBC4-4A7992D06CE6}" type="presParOf" srcId="{CBA5810A-4A17-4744-828F-1CABF82197F9}" destId="{4C000E7E-8BAE-2B4F-B707-A7F257398B57}" srcOrd="0" destOrd="0" presId="urn:microsoft.com/office/officeart/2008/layout/LinedList"/>
    <dgm:cxn modelId="{CECB4F96-8E74-2040-B55C-CF9402B1496E}" type="presParOf" srcId="{CBA5810A-4A17-4744-828F-1CABF82197F9}" destId="{014A86CF-7DE3-564C-8E43-8D45AD3A244E}" srcOrd="1" destOrd="0" presId="urn:microsoft.com/office/officeart/2008/layout/LinedList"/>
    <dgm:cxn modelId="{360D64C1-33FE-9B42-A1A8-963FF290479A}" type="presParOf" srcId="{CBA5810A-4A17-4744-828F-1CABF82197F9}" destId="{877CA9DA-A7B9-7548-809A-FC617419E586}" srcOrd="2" destOrd="0" presId="urn:microsoft.com/office/officeart/2008/layout/LinedList"/>
    <dgm:cxn modelId="{2AC1978F-7859-2C4B-B610-56819970AD58}" type="presParOf" srcId="{81DC6E72-01F3-1A43-AB72-EE3409419FD8}" destId="{04053CA2-6A4E-7F43-927A-2AB8EF0F7386}" srcOrd="14" destOrd="0" presId="urn:microsoft.com/office/officeart/2008/layout/LinedList"/>
    <dgm:cxn modelId="{A6DB7126-F709-6446-8169-B632C9A80430}" type="presParOf" srcId="{81DC6E72-01F3-1A43-AB72-EE3409419FD8}" destId="{CDFAD618-292C-4148-8E47-E078DD15BF70}" srcOrd="15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18BACA4-9CB9-9340-86A6-E8E4DABCA061}">
      <dsp:nvSpPr>
        <dsp:cNvPr id="0" name=""/>
        <dsp:cNvSpPr/>
      </dsp:nvSpPr>
      <dsp:spPr>
        <a:xfrm>
          <a:off x="0" y="0"/>
          <a:ext cx="8835652" cy="0"/>
        </a:xfrm>
        <a:prstGeom prst="line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AC71FFE7-1A85-7D4B-9217-27AEB40B72C0}">
      <dsp:nvSpPr>
        <dsp:cNvPr id="0" name=""/>
        <dsp:cNvSpPr/>
      </dsp:nvSpPr>
      <dsp:spPr>
        <a:xfrm>
          <a:off x="0" y="0"/>
          <a:ext cx="1767130" cy="443934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247650" rIns="247650" bIns="247650" numCol="1" spcCol="1270" anchor="t" anchorCtr="0">
          <a:noAutofit/>
        </a:bodyPr>
        <a:lstStyle/>
        <a:p>
          <a:pPr marL="0" lvl="0" indent="0" algn="l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6500" b="1" kern="1200" dirty="0"/>
            <a:t>一般步骤</a:t>
          </a:r>
        </a:p>
      </dsp:txBody>
      <dsp:txXfrm>
        <a:off x="0" y="0"/>
        <a:ext cx="1767130" cy="4439344"/>
      </dsp:txXfrm>
    </dsp:sp>
    <dsp:sp modelId="{0571162F-119C-6F41-A5D8-571465528625}">
      <dsp:nvSpPr>
        <dsp:cNvPr id="0" name=""/>
        <dsp:cNvSpPr/>
      </dsp:nvSpPr>
      <dsp:spPr>
        <a:xfrm>
          <a:off x="1899665" y="41835"/>
          <a:ext cx="6935986" cy="8367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0970" tIns="140970" rIns="140970" bIns="140970" numCol="1" spcCol="1270" anchor="t" anchorCtr="0">
          <a:noAutofit/>
        </a:bodyPr>
        <a:lstStyle/>
        <a:p>
          <a:pPr marL="0" lvl="0" indent="0" algn="l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3700" b="1" kern="1200" dirty="0">
              <a:solidFill>
                <a:schemeClr val="tx1"/>
              </a:solidFill>
            </a:rPr>
            <a:t>分析问题</a:t>
          </a:r>
        </a:p>
      </dsp:txBody>
      <dsp:txXfrm>
        <a:off x="1899665" y="41835"/>
        <a:ext cx="6935986" cy="836712"/>
      </dsp:txXfrm>
    </dsp:sp>
    <dsp:sp modelId="{95E0518C-CE8C-9144-8B69-87C901D174D2}">
      <dsp:nvSpPr>
        <dsp:cNvPr id="0" name=""/>
        <dsp:cNvSpPr/>
      </dsp:nvSpPr>
      <dsp:spPr>
        <a:xfrm>
          <a:off x="1767130" y="878547"/>
          <a:ext cx="7068521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/>
      </dsp:style>
    </dsp:sp>
    <dsp:sp modelId="{BA149C47-F48A-B741-8A5C-5781576AB47C}">
      <dsp:nvSpPr>
        <dsp:cNvPr id="0" name=""/>
        <dsp:cNvSpPr/>
      </dsp:nvSpPr>
      <dsp:spPr>
        <a:xfrm>
          <a:off x="1899665" y="920383"/>
          <a:ext cx="6935986" cy="8367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0970" tIns="140970" rIns="140970" bIns="140970" numCol="1" spcCol="1270" anchor="t" anchorCtr="0">
          <a:noAutofit/>
        </a:bodyPr>
        <a:lstStyle/>
        <a:p>
          <a:pPr marL="0" lvl="0" indent="0" algn="l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3700" b="1" kern="1200" dirty="0">
              <a:solidFill>
                <a:schemeClr val="tx1"/>
              </a:solidFill>
            </a:rPr>
            <a:t>建立数学模型</a:t>
          </a:r>
        </a:p>
      </dsp:txBody>
      <dsp:txXfrm>
        <a:off x="1899665" y="920383"/>
        <a:ext cx="6935986" cy="836712"/>
      </dsp:txXfrm>
    </dsp:sp>
    <dsp:sp modelId="{33D4ED23-9230-5C4E-96AD-9FE9FF57B4F5}">
      <dsp:nvSpPr>
        <dsp:cNvPr id="0" name=""/>
        <dsp:cNvSpPr/>
      </dsp:nvSpPr>
      <dsp:spPr>
        <a:xfrm>
          <a:off x="1767130" y="1757095"/>
          <a:ext cx="7068521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/>
      </dsp:style>
    </dsp:sp>
    <dsp:sp modelId="{64E3D211-9FA8-C242-ADF3-EADE4521EEA2}">
      <dsp:nvSpPr>
        <dsp:cNvPr id="0" name=""/>
        <dsp:cNvSpPr/>
      </dsp:nvSpPr>
      <dsp:spPr>
        <a:xfrm>
          <a:off x="1899665" y="1798931"/>
          <a:ext cx="6935986" cy="8367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0970" tIns="140970" rIns="140970" bIns="140970" numCol="1" spcCol="1270" anchor="t" anchorCtr="0">
          <a:noAutofit/>
        </a:bodyPr>
        <a:lstStyle/>
        <a:p>
          <a:pPr marL="0" lvl="0" indent="0" algn="l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3700" b="1" kern="1200" dirty="0">
              <a:solidFill>
                <a:schemeClr val="tx1"/>
              </a:solidFill>
            </a:rPr>
            <a:t>选择、设计算法</a:t>
          </a:r>
        </a:p>
      </dsp:txBody>
      <dsp:txXfrm>
        <a:off x="1899665" y="1798931"/>
        <a:ext cx="6935986" cy="836712"/>
      </dsp:txXfrm>
    </dsp:sp>
    <dsp:sp modelId="{44687BD6-E5E4-084F-BE2C-AB1ED304B71C}">
      <dsp:nvSpPr>
        <dsp:cNvPr id="0" name=""/>
        <dsp:cNvSpPr/>
      </dsp:nvSpPr>
      <dsp:spPr>
        <a:xfrm>
          <a:off x="1767130" y="2635643"/>
          <a:ext cx="7068521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/>
      </dsp:style>
    </dsp:sp>
    <dsp:sp modelId="{9CBB69A6-2DBD-6B4F-85B4-64F400C10738}">
      <dsp:nvSpPr>
        <dsp:cNvPr id="0" name=""/>
        <dsp:cNvSpPr/>
      </dsp:nvSpPr>
      <dsp:spPr>
        <a:xfrm>
          <a:off x="1899665" y="2677479"/>
          <a:ext cx="6935986" cy="8367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0970" tIns="140970" rIns="140970" bIns="140970" numCol="1" spcCol="1270" anchor="t" anchorCtr="0">
          <a:noAutofit/>
        </a:bodyPr>
        <a:lstStyle/>
        <a:p>
          <a:pPr marL="0" lvl="0" indent="0" algn="l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3700" b="1" kern="1200" dirty="0">
              <a:solidFill>
                <a:schemeClr val="tx1"/>
              </a:solidFill>
            </a:rPr>
            <a:t>编程实现</a:t>
          </a:r>
        </a:p>
      </dsp:txBody>
      <dsp:txXfrm>
        <a:off x="1899665" y="2677479"/>
        <a:ext cx="6935986" cy="836712"/>
      </dsp:txXfrm>
    </dsp:sp>
    <dsp:sp modelId="{A4C37010-A5DB-7041-AB39-DDD50491ABD3}">
      <dsp:nvSpPr>
        <dsp:cNvPr id="0" name=""/>
        <dsp:cNvSpPr/>
      </dsp:nvSpPr>
      <dsp:spPr>
        <a:xfrm>
          <a:off x="1767130" y="3514191"/>
          <a:ext cx="7068521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/>
      </dsp:style>
    </dsp:sp>
    <dsp:sp modelId="{014A86CF-7DE3-564C-8E43-8D45AD3A244E}">
      <dsp:nvSpPr>
        <dsp:cNvPr id="0" name=""/>
        <dsp:cNvSpPr/>
      </dsp:nvSpPr>
      <dsp:spPr>
        <a:xfrm>
          <a:off x="1899665" y="3556027"/>
          <a:ext cx="6935986" cy="8367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0970" tIns="140970" rIns="140970" bIns="140970" numCol="1" spcCol="1270" anchor="t" anchorCtr="0">
          <a:noAutofit/>
        </a:bodyPr>
        <a:lstStyle/>
        <a:p>
          <a:pPr marL="0" lvl="0" indent="0" algn="l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3700" b="1" kern="1200">
              <a:solidFill>
                <a:schemeClr val="tx1"/>
              </a:solidFill>
            </a:rPr>
            <a:t>结果分析</a:t>
          </a:r>
          <a:endParaRPr lang="zh-CN" altLang="en-US" sz="3700" b="1" kern="1200" dirty="0">
            <a:solidFill>
              <a:schemeClr val="tx1"/>
            </a:solidFill>
          </a:endParaRPr>
        </a:p>
      </dsp:txBody>
      <dsp:txXfrm>
        <a:off x="1899665" y="3556027"/>
        <a:ext cx="6935986" cy="836712"/>
      </dsp:txXfrm>
    </dsp:sp>
    <dsp:sp modelId="{04053CA2-6A4E-7F43-927A-2AB8EF0F7386}">
      <dsp:nvSpPr>
        <dsp:cNvPr id="0" name=""/>
        <dsp:cNvSpPr/>
      </dsp:nvSpPr>
      <dsp:spPr>
        <a:xfrm>
          <a:off x="1767130" y="4392739"/>
          <a:ext cx="7068521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/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kumimoji="1" sz="1200">
                <a:latin typeface="Times New Roman" pitchFamily="18" charset="0"/>
                <a:ea typeface="宋体" pitchFamily="2" charset="-122"/>
                <a:cs typeface="+mn-cs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kumimoji="1" sz="1200">
                <a:latin typeface="Times New Roman" pitchFamily="18" charset="0"/>
                <a:ea typeface="宋体" pitchFamily="2" charset="-122"/>
                <a:cs typeface="+mn-cs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12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kumimoji="1" sz="1200">
                <a:latin typeface="Times New Roman" pitchFamily="18" charset="0"/>
                <a:ea typeface="宋体" pitchFamily="2" charset="-122"/>
                <a:cs typeface="+mn-cs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12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kumimoji="1" sz="1200">
                <a:latin typeface="Times New Roman" charset="0"/>
              </a:defRPr>
            </a:lvl1pPr>
          </a:lstStyle>
          <a:p>
            <a:pPr>
              <a:defRPr/>
            </a:pPr>
            <a:fld id="{9D807312-2395-304A-BF9B-732BB68CE102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87138512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kumimoji="1" sz="1200">
                <a:latin typeface="Times New Roman" pitchFamily="18" charset="0"/>
                <a:ea typeface="宋体" pitchFamily="2" charset="-122"/>
                <a:cs typeface="+mn-cs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kumimoji="1" sz="1200">
                <a:latin typeface="Times New Roman" pitchFamily="18" charset="0"/>
                <a:ea typeface="宋体" pitchFamily="2" charset="-122"/>
                <a:cs typeface="+mn-cs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4340" name="Rectangle 4"/>
          <p:cNvSpPr>
            <a:spLocks noGrp="1" noRot="1" noChangeAspect="1" noChangeArrowheads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410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410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kumimoji="1" sz="1200">
                <a:latin typeface="Times New Roman" pitchFamily="18" charset="0"/>
                <a:ea typeface="宋体" pitchFamily="2" charset="-122"/>
                <a:cs typeface="+mn-cs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10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kumimoji="1" sz="1200">
                <a:latin typeface="Times New Roman" charset="0"/>
              </a:defRPr>
            </a:lvl1pPr>
          </a:lstStyle>
          <a:p>
            <a:pPr>
              <a:defRPr/>
            </a:pPr>
            <a:fld id="{00B5DEC9-9D3E-514F-8048-B6FCABE413D3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49247688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宋体" pitchFamily="2" charset="-122"/>
        <a:cs typeface="宋体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00B5DEC9-9D3E-514F-8048-B6FCABE413D3}" type="slidenum">
              <a:rPr lang="zh-CN" altLang="en-US" smtClean="0"/>
              <a:pPr>
                <a:defRPr/>
              </a:pPr>
              <a:t>2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63278111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有没有带电脑，有没有编程基础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0B5DEC9-9D3E-514F-8048-B6FCABE413D3}" type="slidenum">
              <a:rPr lang="zh-CN" altLang="en-US" smtClean="0"/>
              <a:pPr>
                <a:defRPr/>
              </a:pPr>
              <a:t>3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20566206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00B5DEC9-9D3E-514F-8048-B6FCABE413D3}" type="slidenum">
              <a:rPr lang="zh-CN" altLang="en-US" smtClean="0"/>
              <a:pPr>
                <a:defRPr/>
              </a:pPr>
              <a:t>4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81848589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00B5DEC9-9D3E-514F-8048-B6FCABE413D3}" type="slidenum">
              <a:rPr lang="zh-CN" altLang="en-US" smtClean="0"/>
              <a:pPr>
                <a:defRPr/>
              </a:pPr>
              <a:t>6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48459352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大象塞冰箱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0B5DEC9-9D3E-514F-8048-B6FCABE413D3}" type="slidenum">
              <a:rPr lang="zh-CN" altLang="en-US" smtClean="0"/>
              <a:pPr>
                <a:defRPr/>
              </a:pPr>
              <a:t>8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65539350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/>
          <p:cNvGrpSpPr>
            <a:grpSpLocks/>
          </p:cNvGrpSpPr>
          <p:nvPr/>
        </p:nvGrpSpPr>
        <p:grpSpPr bwMode="auto">
          <a:xfrm>
            <a:off x="0" y="0"/>
            <a:ext cx="9144000" cy="6858000"/>
            <a:chOff x="0" y="0"/>
            <a:chExt cx="5760" cy="4320"/>
          </a:xfrm>
        </p:grpSpPr>
        <p:sp>
          <p:nvSpPr>
            <p:cNvPr id="5" name="Rectangle 3"/>
            <p:cNvSpPr>
              <a:spLocks noChangeArrowheads="1"/>
            </p:cNvSpPr>
            <p:nvPr/>
          </p:nvSpPr>
          <p:spPr bwMode="hidden">
            <a:xfrm>
              <a:off x="0" y="0"/>
              <a:ext cx="2208" cy="4320"/>
            </a:xfrm>
            <a:prstGeom prst="rect">
              <a:avLst/>
            </a:prstGeom>
            <a:gradFill rotWithShape="0">
              <a:gsLst>
                <a:gs pos="0">
                  <a:schemeClr val="folHlink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algn="ctr"/>
              <a:endParaRPr lang="zh-CN" altLang="en-US" sz="2400">
                <a:latin typeface="Times New Roman" charset="0"/>
              </a:endParaRPr>
            </a:p>
          </p:txBody>
        </p:sp>
        <p:sp>
          <p:nvSpPr>
            <p:cNvPr id="6" name="Rectangle 4"/>
            <p:cNvSpPr>
              <a:spLocks noChangeArrowheads="1"/>
            </p:cNvSpPr>
            <p:nvPr/>
          </p:nvSpPr>
          <p:spPr bwMode="hidden">
            <a:xfrm>
              <a:off x="1081" y="1065"/>
              <a:ext cx="4679" cy="1596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latin typeface="Times New Roman" charset="0"/>
              </a:endParaRPr>
            </a:p>
          </p:txBody>
        </p:sp>
        <p:grpSp>
          <p:nvGrpSpPr>
            <p:cNvPr id="7" name="Group 5"/>
            <p:cNvGrpSpPr>
              <a:grpSpLocks/>
            </p:cNvGrpSpPr>
            <p:nvPr/>
          </p:nvGrpSpPr>
          <p:grpSpPr bwMode="auto">
            <a:xfrm>
              <a:off x="0" y="672"/>
              <a:ext cx="1806" cy="1989"/>
              <a:chOff x="0" y="672"/>
              <a:chExt cx="1806" cy="1989"/>
            </a:xfrm>
          </p:grpSpPr>
          <p:sp>
            <p:nvSpPr>
              <p:cNvPr id="8" name="Rectangle 6"/>
              <p:cNvSpPr>
                <a:spLocks noChangeArrowheads="1"/>
              </p:cNvSpPr>
              <p:nvPr userDrawn="1"/>
            </p:nvSpPr>
            <p:spPr bwMode="auto">
              <a:xfrm>
                <a:off x="361" y="2257"/>
                <a:ext cx="363" cy="404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2400">
                  <a:latin typeface="Times New Roman" charset="0"/>
                </a:endParaRPr>
              </a:p>
            </p:txBody>
          </p:sp>
          <p:sp>
            <p:nvSpPr>
              <p:cNvPr id="9" name="Rectangle 7"/>
              <p:cNvSpPr>
                <a:spLocks noChangeArrowheads="1"/>
              </p:cNvSpPr>
              <p:nvPr userDrawn="1"/>
            </p:nvSpPr>
            <p:spPr bwMode="auto">
              <a:xfrm>
                <a:off x="1081" y="1065"/>
                <a:ext cx="362" cy="405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2400">
                  <a:latin typeface="Times New Roman" charset="0"/>
                </a:endParaRPr>
              </a:p>
            </p:txBody>
          </p:sp>
          <p:sp>
            <p:nvSpPr>
              <p:cNvPr id="10" name="Rectangle 8"/>
              <p:cNvSpPr>
                <a:spLocks noChangeArrowheads="1"/>
              </p:cNvSpPr>
              <p:nvPr userDrawn="1"/>
            </p:nvSpPr>
            <p:spPr bwMode="auto">
              <a:xfrm>
                <a:off x="1437" y="672"/>
                <a:ext cx="369" cy="400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2400">
                  <a:latin typeface="Times New Roman" charset="0"/>
                </a:endParaRPr>
              </a:p>
            </p:txBody>
          </p:sp>
          <p:sp>
            <p:nvSpPr>
              <p:cNvPr id="11" name="Rectangle 9"/>
              <p:cNvSpPr>
                <a:spLocks noChangeArrowheads="1"/>
              </p:cNvSpPr>
              <p:nvPr userDrawn="1"/>
            </p:nvSpPr>
            <p:spPr bwMode="auto">
              <a:xfrm>
                <a:off x="719" y="2257"/>
                <a:ext cx="368" cy="404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2400">
                  <a:latin typeface="Times New Roman" charset="0"/>
                </a:endParaRPr>
              </a:p>
            </p:txBody>
          </p:sp>
          <p:sp>
            <p:nvSpPr>
              <p:cNvPr id="12" name="Rectangle 10"/>
              <p:cNvSpPr>
                <a:spLocks noChangeArrowheads="1"/>
              </p:cNvSpPr>
              <p:nvPr userDrawn="1"/>
            </p:nvSpPr>
            <p:spPr bwMode="auto">
              <a:xfrm>
                <a:off x="1437" y="1065"/>
                <a:ext cx="369" cy="405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2400">
                  <a:latin typeface="Times New Roman" charset="0"/>
                </a:endParaRPr>
              </a:p>
            </p:txBody>
          </p:sp>
          <p:sp>
            <p:nvSpPr>
              <p:cNvPr id="13" name="Rectangle 11"/>
              <p:cNvSpPr>
                <a:spLocks noChangeArrowheads="1"/>
              </p:cNvSpPr>
              <p:nvPr userDrawn="1"/>
            </p:nvSpPr>
            <p:spPr bwMode="auto">
              <a:xfrm>
                <a:off x="719" y="1464"/>
                <a:ext cx="368" cy="399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2400">
                  <a:latin typeface="Times New Roman" charset="0"/>
                </a:endParaRPr>
              </a:p>
            </p:txBody>
          </p:sp>
          <p:sp>
            <p:nvSpPr>
              <p:cNvPr id="14" name="Rectangle 12"/>
              <p:cNvSpPr>
                <a:spLocks noChangeArrowheads="1"/>
              </p:cNvSpPr>
              <p:nvPr userDrawn="1"/>
            </p:nvSpPr>
            <p:spPr bwMode="auto">
              <a:xfrm>
                <a:off x="0" y="1464"/>
                <a:ext cx="367" cy="399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2400">
                  <a:latin typeface="Times New Roman" charset="0"/>
                </a:endParaRPr>
              </a:p>
            </p:txBody>
          </p:sp>
          <p:sp>
            <p:nvSpPr>
              <p:cNvPr id="15" name="Rectangle 13"/>
              <p:cNvSpPr>
                <a:spLocks noChangeArrowheads="1"/>
              </p:cNvSpPr>
              <p:nvPr userDrawn="1"/>
            </p:nvSpPr>
            <p:spPr bwMode="auto">
              <a:xfrm>
                <a:off x="1081" y="1464"/>
                <a:ext cx="362" cy="399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2400">
                  <a:latin typeface="Times New Roman" charset="0"/>
                </a:endParaRPr>
              </a:p>
            </p:txBody>
          </p:sp>
          <p:sp>
            <p:nvSpPr>
              <p:cNvPr id="16" name="Rectangle 14"/>
              <p:cNvSpPr>
                <a:spLocks noChangeArrowheads="1"/>
              </p:cNvSpPr>
              <p:nvPr userDrawn="1"/>
            </p:nvSpPr>
            <p:spPr bwMode="auto">
              <a:xfrm>
                <a:off x="361" y="1857"/>
                <a:ext cx="363" cy="406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2400">
                  <a:latin typeface="Times New Roman" charset="0"/>
                </a:endParaRPr>
              </a:p>
            </p:txBody>
          </p:sp>
          <p:sp>
            <p:nvSpPr>
              <p:cNvPr id="17" name="Rectangle 15"/>
              <p:cNvSpPr>
                <a:spLocks noChangeArrowheads="1"/>
              </p:cNvSpPr>
              <p:nvPr userDrawn="1"/>
            </p:nvSpPr>
            <p:spPr bwMode="auto">
              <a:xfrm>
                <a:off x="719" y="1857"/>
                <a:ext cx="368" cy="406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2400">
                  <a:latin typeface="Times New Roman" charset="0"/>
                </a:endParaRPr>
              </a:p>
            </p:txBody>
          </p:sp>
        </p:grpSp>
      </p:grpSp>
      <p:sp>
        <p:nvSpPr>
          <p:cNvPr id="275475" name="Rectangle 19"/>
          <p:cNvSpPr>
            <a:spLocks noGrp="1" noChangeArrowheads="1"/>
          </p:cNvSpPr>
          <p:nvPr>
            <p:ph type="ctrTitle"/>
          </p:nvPr>
        </p:nvSpPr>
        <p:spPr>
          <a:xfrm>
            <a:off x="2971800" y="1828800"/>
            <a:ext cx="6019800" cy="2209800"/>
          </a:xfrm>
        </p:spPr>
        <p:txBody>
          <a:bodyPr/>
          <a:lstStyle>
            <a:lvl1pPr>
              <a:defRPr sz="5000">
                <a:solidFill>
                  <a:srgbClr val="FFFFFF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275476" name="Rectangle 20"/>
          <p:cNvSpPr>
            <a:spLocks noGrp="1" noChangeArrowheads="1"/>
          </p:cNvSpPr>
          <p:nvPr>
            <p:ph type="subTitle" idx="1"/>
          </p:nvPr>
        </p:nvSpPr>
        <p:spPr>
          <a:xfrm>
            <a:off x="2971800" y="4267200"/>
            <a:ext cx="6019800" cy="1752600"/>
          </a:xfrm>
        </p:spPr>
        <p:txBody>
          <a:bodyPr/>
          <a:lstStyle>
            <a:lvl1pPr marL="0" indent="0">
              <a:buFont typeface="Wingdings" pitchFamily="2" charset="2"/>
              <a:buNone/>
              <a:defRPr sz="3400"/>
            </a:lvl1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18" name="Rectangle 16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6248400"/>
            <a:ext cx="21336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9" name="Rectangle 17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0" name="Rectangle 18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8345192-4EA9-FF4D-8672-209903DF3FE7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1828615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54B2E95-2AC8-A040-887F-6C87D36BD78F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6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7844588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96A1A17-86F4-774F-9A1A-AAE5798D2C3F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6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2048457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981200"/>
            <a:ext cx="4038600" cy="3886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4038600" cy="3886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A318ED7-BA61-FF47-A320-4B3FDE3EB9C8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7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3856564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B957187-8208-6242-A1A3-B86C1760FE58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9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44383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000AAD4-0090-9A45-95C8-46AE22E33BE0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5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2747705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3202308-A04D-DA4E-9A39-DCAE473D043F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4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3656991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FB0D2BA-A605-2E46-B840-DC42ED1B707D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7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3212955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A5C2EA2-2AFC-1E45-9F2E-570DDA56D403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7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6808729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E506797-7B73-1F4D-9A03-37EF52ED3F41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6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7881100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457200"/>
            <a:ext cx="2057400" cy="54102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457200"/>
            <a:ext cx="6019800" cy="54102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E8AB51D-32DC-A742-9B4A-E4B26DEAE02D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6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6574957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434" name="Rectangle 2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>
              <a:defRPr sz="1200">
                <a:ea typeface="宋体" pitchFamily="2" charset="-122"/>
                <a:cs typeface="+mn-cs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74435" name="Rectangle 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2133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Arial Black" charset="0"/>
              </a:defRPr>
            </a:lvl1pPr>
          </a:lstStyle>
          <a:p>
            <a:pPr>
              <a:defRPr/>
            </a:pPr>
            <a:fld id="{A9681535-AA1C-3F4A-B7FF-B674EDD99BBE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  <p:grpSp>
        <p:nvGrpSpPr>
          <p:cNvPr id="1028" name="Group 4"/>
          <p:cNvGrpSpPr>
            <a:grpSpLocks/>
          </p:cNvGrpSpPr>
          <p:nvPr/>
        </p:nvGrpSpPr>
        <p:grpSpPr bwMode="auto">
          <a:xfrm>
            <a:off x="0" y="0"/>
            <a:ext cx="9144000" cy="546100"/>
            <a:chOff x="0" y="0"/>
            <a:chExt cx="5760" cy="344"/>
          </a:xfrm>
        </p:grpSpPr>
        <p:sp>
          <p:nvSpPr>
            <p:cNvPr id="1032" name="Rectangle 5"/>
            <p:cNvSpPr>
              <a:spLocks noChangeArrowheads="1"/>
            </p:cNvSpPr>
            <p:nvPr/>
          </p:nvSpPr>
          <p:spPr bwMode="auto">
            <a:xfrm>
              <a:off x="0" y="0"/>
              <a:ext cx="180" cy="336"/>
            </a:xfrm>
            <a:prstGeom prst="rect">
              <a:avLst/>
            </a:prstGeom>
            <a:gradFill rotWithShape="0">
              <a:gsLst>
                <a:gs pos="0">
                  <a:schemeClr val="folHlink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algn="ctr"/>
              <a:endParaRPr lang="zh-CN" altLang="en-US" sz="2400">
                <a:latin typeface="Times New Roman" charset="0"/>
              </a:endParaRPr>
            </a:p>
          </p:txBody>
        </p:sp>
        <p:sp>
          <p:nvSpPr>
            <p:cNvPr id="1033" name="Rectangle 6"/>
            <p:cNvSpPr>
              <a:spLocks noChangeArrowheads="1"/>
            </p:cNvSpPr>
            <p:nvPr/>
          </p:nvSpPr>
          <p:spPr bwMode="auto">
            <a:xfrm>
              <a:off x="260" y="85"/>
              <a:ext cx="5500" cy="173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latin typeface="Times New Roman" charset="0"/>
              </a:endParaRPr>
            </a:p>
          </p:txBody>
        </p:sp>
        <p:sp>
          <p:nvSpPr>
            <p:cNvPr id="1034" name="Rectangle 7"/>
            <p:cNvSpPr>
              <a:spLocks noChangeArrowheads="1"/>
            </p:cNvSpPr>
            <p:nvPr/>
          </p:nvSpPr>
          <p:spPr bwMode="auto">
            <a:xfrm>
              <a:off x="258" y="85"/>
              <a:ext cx="87" cy="89"/>
            </a:xfrm>
            <a:prstGeom prst="rect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>
                <a:solidFill>
                  <a:schemeClr val="hlink"/>
                </a:solidFill>
              </a:endParaRPr>
            </a:p>
          </p:txBody>
        </p:sp>
        <p:sp>
          <p:nvSpPr>
            <p:cNvPr id="1035" name="Rectangle 8"/>
            <p:cNvSpPr>
              <a:spLocks noChangeArrowheads="1"/>
            </p:cNvSpPr>
            <p:nvPr/>
          </p:nvSpPr>
          <p:spPr bwMode="auto">
            <a:xfrm>
              <a:off x="345" y="0"/>
              <a:ext cx="88" cy="87"/>
            </a:xfrm>
            <a:prstGeom prst="rect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>
                <a:solidFill>
                  <a:schemeClr val="hlink"/>
                </a:solidFill>
              </a:endParaRPr>
            </a:p>
          </p:txBody>
        </p:sp>
        <p:sp>
          <p:nvSpPr>
            <p:cNvPr id="1036" name="Rectangle 9"/>
            <p:cNvSpPr>
              <a:spLocks noChangeArrowheads="1"/>
            </p:cNvSpPr>
            <p:nvPr/>
          </p:nvSpPr>
          <p:spPr bwMode="auto">
            <a:xfrm>
              <a:off x="345" y="85"/>
              <a:ext cx="88" cy="89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>
                <a:solidFill>
                  <a:schemeClr val="accent2"/>
                </a:solidFill>
              </a:endParaRPr>
            </a:p>
          </p:txBody>
        </p:sp>
        <p:sp>
          <p:nvSpPr>
            <p:cNvPr id="1037" name="Rectangle 10"/>
            <p:cNvSpPr>
              <a:spLocks noChangeArrowheads="1"/>
            </p:cNvSpPr>
            <p:nvPr/>
          </p:nvSpPr>
          <p:spPr bwMode="auto">
            <a:xfrm>
              <a:off x="173" y="173"/>
              <a:ext cx="86" cy="87"/>
            </a:xfrm>
            <a:prstGeom prst="rect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>
                <a:solidFill>
                  <a:schemeClr val="hlink"/>
                </a:solidFill>
              </a:endParaRPr>
            </a:p>
          </p:txBody>
        </p:sp>
        <p:sp>
          <p:nvSpPr>
            <p:cNvPr id="1038" name="Rectangle 11"/>
            <p:cNvSpPr>
              <a:spLocks noChangeArrowheads="1"/>
            </p:cNvSpPr>
            <p:nvPr/>
          </p:nvSpPr>
          <p:spPr bwMode="auto">
            <a:xfrm>
              <a:off x="83" y="86"/>
              <a:ext cx="89" cy="87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latin typeface="Times New Roman" charset="0"/>
              </a:endParaRPr>
            </a:p>
          </p:txBody>
        </p:sp>
        <p:sp>
          <p:nvSpPr>
            <p:cNvPr id="1039" name="Rectangle 12"/>
            <p:cNvSpPr>
              <a:spLocks noChangeArrowheads="1"/>
            </p:cNvSpPr>
            <p:nvPr/>
          </p:nvSpPr>
          <p:spPr bwMode="auto">
            <a:xfrm>
              <a:off x="258" y="171"/>
              <a:ext cx="87" cy="87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>
                <a:solidFill>
                  <a:schemeClr val="accent2"/>
                </a:solidFill>
              </a:endParaRPr>
            </a:p>
          </p:txBody>
        </p:sp>
        <p:sp>
          <p:nvSpPr>
            <p:cNvPr id="1040" name="Rectangle 13"/>
            <p:cNvSpPr>
              <a:spLocks noChangeArrowheads="1"/>
            </p:cNvSpPr>
            <p:nvPr/>
          </p:nvSpPr>
          <p:spPr bwMode="auto">
            <a:xfrm>
              <a:off x="173" y="258"/>
              <a:ext cx="86" cy="86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>
                <a:solidFill>
                  <a:schemeClr val="accent2"/>
                </a:solidFill>
              </a:endParaRPr>
            </a:p>
          </p:txBody>
        </p:sp>
      </p:grpSp>
      <p:sp>
        <p:nvSpPr>
          <p:cNvPr id="1029" name="Rectangle 14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457200"/>
            <a:ext cx="8229600" cy="1371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30" name="Rectangle 15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981200"/>
            <a:ext cx="8229600" cy="3886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274448" name="Rectangle 16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ea typeface="宋体" pitchFamily="2" charset="-122"/>
                <a:cs typeface="+mn-cs"/>
              </a:defRPr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06" r:id="rId1"/>
    <p:sldLayoutId id="2147483796" r:id="rId2"/>
    <p:sldLayoutId id="2147483797" r:id="rId3"/>
    <p:sldLayoutId id="2147483798" r:id="rId4"/>
    <p:sldLayoutId id="2147483799" r:id="rId5"/>
    <p:sldLayoutId id="2147483800" r:id="rId6"/>
    <p:sldLayoutId id="2147483801" r:id="rId7"/>
    <p:sldLayoutId id="2147483802" r:id="rId8"/>
    <p:sldLayoutId id="2147483803" r:id="rId9"/>
    <p:sldLayoutId id="2147483804" r:id="rId10"/>
    <p:sldLayoutId id="2147483805" r:id="rId1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hlink"/>
          </a:solidFill>
          <a:latin typeface="+mj-lt"/>
          <a:ea typeface="+mj-ea"/>
          <a:cs typeface="宋体" charset="0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hlink"/>
          </a:solidFill>
          <a:latin typeface="Arial" charset="0"/>
          <a:ea typeface="宋体" pitchFamily="2" charset="-122"/>
          <a:cs typeface="宋体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hlink"/>
          </a:solidFill>
          <a:latin typeface="Arial" charset="0"/>
          <a:ea typeface="宋体" pitchFamily="2" charset="-122"/>
          <a:cs typeface="宋体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hlink"/>
          </a:solidFill>
          <a:latin typeface="Arial" charset="0"/>
          <a:ea typeface="宋体" pitchFamily="2" charset="-122"/>
          <a:cs typeface="宋体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hlink"/>
          </a:solidFill>
          <a:latin typeface="Arial" charset="0"/>
          <a:ea typeface="宋体" pitchFamily="2" charset="-122"/>
          <a:cs typeface="宋体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4400" b="1">
          <a:solidFill>
            <a:schemeClr val="hlink"/>
          </a:solidFill>
          <a:latin typeface="Arial" charset="0"/>
          <a:ea typeface="宋体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4400" b="1">
          <a:solidFill>
            <a:schemeClr val="hlink"/>
          </a:solidFill>
          <a:latin typeface="Arial" charset="0"/>
          <a:ea typeface="宋体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4400" b="1">
          <a:solidFill>
            <a:schemeClr val="hlink"/>
          </a:solidFill>
          <a:latin typeface="Arial" charset="0"/>
          <a:ea typeface="宋体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4400" b="1">
          <a:solidFill>
            <a:schemeClr val="hlink"/>
          </a:solidFill>
          <a:latin typeface="Arial" charset="0"/>
          <a:ea typeface="宋体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SzPct val="75000"/>
        <a:buFont typeface="Wingdings" charset="0"/>
        <a:buChar char="n"/>
        <a:defRPr sz="3200" b="1">
          <a:solidFill>
            <a:schemeClr val="tx1"/>
          </a:solidFill>
          <a:latin typeface="+mn-lt"/>
          <a:ea typeface="+mn-ea"/>
          <a:cs typeface="宋体" charset="0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80000"/>
        <a:buFont typeface="Wingdings" charset="0"/>
        <a:buChar char="¨"/>
        <a:defRPr sz="2800" b="1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SzPct val="65000"/>
        <a:buFont typeface="Wingdings" charset="0"/>
        <a:buChar char="n"/>
        <a:defRPr sz="2400" b="1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charset="0"/>
        <a:buChar char="¨"/>
        <a:defRPr sz="2000" b="1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Font typeface="Wingdings" charset="0"/>
        <a:buChar char="§"/>
        <a:defRPr sz="2000" b="1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000" b="1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000" b="1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000" b="1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000" b="1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Rectangle 1028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 eaLnBrk="1" hangingPunct="1"/>
            <a:r>
              <a:rPr lang="en-US" altLang="zh-CN">
                <a:latin typeface="Arial" charset="0"/>
                <a:ea typeface="宋体" charset="0"/>
              </a:rPr>
              <a:t>C</a:t>
            </a:r>
            <a:r>
              <a:rPr lang="zh-CN" altLang="en-US">
                <a:latin typeface="Arial" charset="0"/>
                <a:ea typeface="宋体" charset="0"/>
              </a:rPr>
              <a:t>语言程序设计</a:t>
            </a:r>
          </a:p>
        </p:txBody>
      </p:sp>
      <p:sp>
        <p:nvSpPr>
          <p:cNvPr id="15362" name="Rectangle 1029"/>
          <p:cNvSpPr>
            <a:spLocks noGrp="1" noChangeArrowheads="1"/>
          </p:cNvSpPr>
          <p:nvPr>
            <p:ph type="subTitle" idx="1"/>
          </p:nvPr>
        </p:nvSpPr>
        <p:spPr>
          <a:xfrm>
            <a:off x="2483768" y="4653136"/>
            <a:ext cx="6227762" cy="1728787"/>
          </a:xfrm>
        </p:spPr>
        <p:txBody>
          <a:bodyPr/>
          <a:lstStyle/>
          <a:p>
            <a:pPr eaLnBrk="1" hangingPunct="1">
              <a:lnSpc>
                <a:spcPct val="90000"/>
              </a:lnSpc>
              <a:buFont typeface="Wingdings" charset="0"/>
              <a:buNone/>
            </a:pPr>
            <a:r>
              <a:rPr lang="zh-CN" altLang="en-US" dirty="0">
                <a:latin typeface="Arial" charset="0"/>
                <a:ea typeface="宋体" charset="0"/>
              </a:rPr>
              <a:t>李翼宏 </a:t>
            </a:r>
            <a:endParaRPr lang="en-US" altLang="zh-CN" dirty="0">
              <a:latin typeface="Arial" charset="0"/>
              <a:ea typeface="宋体" charset="0"/>
            </a:endParaRPr>
          </a:p>
          <a:p>
            <a:pPr eaLnBrk="1" hangingPunct="1">
              <a:lnSpc>
                <a:spcPct val="90000"/>
              </a:lnSpc>
              <a:buFont typeface="Wingdings" charset="0"/>
              <a:buNone/>
            </a:pPr>
            <a:r>
              <a:rPr lang="zh-CN" altLang="en-US" dirty="0">
                <a:latin typeface="Arial" charset="0"/>
                <a:ea typeface="宋体" charset="0"/>
              </a:rPr>
              <a:t>肇庆学院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>
                <a:latin typeface="Arial" charset="0"/>
                <a:ea typeface="宋体" charset="0"/>
              </a:rPr>
              <a:t>自我介绍</a:t>
            </a:r>
          </a:p>
        </p:txBody>
      </p:sp>
      <p:sp>
        <p:nvSpPr>
          <p:cNvPr id="1638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981200"/>
            <a:ext cx="8507288" cy="4876800"/>
          </a:xfrm>
        </p:spPr>
        <p:txBody>
          <a:bodyPr/>
          <a:lstStyle/>
          <a:p>
            <a:pPr eaLnBrk="1" hangingPunct="1"/>
            <a:r>
              <a:rPr lang="zh-CN" altLang="en-US" dirty="0">
                <a:latin typeface="Arial" charset="0"/>
                <a:ea typeface="宋体" charset="0"/>
              </a:rPr>
              <a:t>教师姓名及联系方式</a:t>
            </a:r>
          </a:p>
          <a:p>
            <a:pPr lvl="1" eaLnBrk="1" hangingPunct="1"/>
            <a:r>
              <a:rPr lang="zh-CN" altLang="en-US" dirty="0">
                <a:latin typeface="Arial" charset="0"/>
                <a:ea typeface="宋体" charset="0"/>
              </a:rPr>
              <a:t>电子邮箱：</a:t>
            </a:r>
            <a:r>
              <a:rPr lang="en-US" altLang="zh-CN" dirty="0">
                <a:latin typeface="Arial" charset="0"/>
                <a:ea typeface="宋体" charset="0"/>
              </a:rPr>
              <a:t>329792934@qq.com</a:t>
            </a:r>
          </a:p>
          <a:p>
            <a:pPr lvl="1" eaLnBrk="1" hangingPunct="1"/>
            <a:r>
              <a:rPr lang="zh-CN" altLang="en-US" dirty="0">
                <a:latin typeface="Arial" charset="0"/>
                <a:ea typeface="宋体" charset="0"/>
              </a:rPr>
              <a:t>办公室：实训大楼</a:t>
            </a:r>
            <a:r>
              <a:rPr lang="en-US" altLang="zh-CN" dirty="0">
                <a:latin typeface="Arial" charset="0"/>
                <a:ea typeface="宋体" charset="0"/>
              </a:rPr>
              <a:t>213</a:t>
            </a:r>
          </a:p>
          <a:p>
            <a:pPr lvl="1" eaLnBrk="1" hangingPunct="1"/>
            <a:r>
              <a:rPr lang="zh-CN" altLang="en-US" dirty="0">
                <a:latin typeface="Arial" charset="0"/>
                <a:ea typeface="宋体" charset="0"/>
              </a:rPr>
              <a:t>电话：</a:t>
            </a:r>
            <a:r>
              <a:rPr lang="en-US" altLang="zh-CN" dirty="0">
                <a:latin typeface="Arial" charset="0"/>
                <a:ea typeface="宋体" charset="0"/>
              </a:rPr>
              <a:t>13025577741</a:t>
            </a:r>
          </a:p>
          <a:p>
            <a:pPr lvl="1" eaLnBrk="1" hangingPunct="1"/>
            <a:r>
              <a:rPr lang="zh-CN" altLang="en-US" dirty="0">
                <a:latin typeface="Arial" charset="0"/>
                <a:ea typeface="宋体" charset="0"/>
              </a:rPr>
              <a:t>课程</a:t>
            </a:r>
            <a:r>
              <a:rPr lang="en-US" altLang="zh-CN" dirty="0">
                <a:latin typeface="Arial" charset="0"/>
                <a:ea typeface="宋体" charset="0"/>
              </a:rPr>
              <a:t>QQ</a:t>
            </a:r>
            <a:r>
              <a:rPr lang="zh-CN" altLang="en-US" dirty="0">
                <a:latin typeface="Arial" charset="0"/>
                <a:ea typeface="宋体" charset="0"/>
              </a:rPr>
              <a:t>群：</a:t>
            </a:r>
            <a:endParaRPr lang="en-US" altLang="zh-CN" dirty="0">
              <a:latin typeface="Arial" charset="0"/>
              <a:ea typeface="宋体" charset="0"/>
            </a:endParaRPr>
          </a:p>
        </p:txBody>
      </p:sp>
    </p:spTree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dirty="0">
                <a:latin typeface="Arial" charset="0"/>
                <a:ea typeface="宋体" charset="0"/>
              </a:rPr>
              <a:t>课程简介</a:t>
            </a:r>
          </a:p>
        </p:txBody>
      </p:sp>
      <p:sp>
        <p:nvSpPr>
          <p:cNvPr id="1741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628774"/>
            <a:ext cx="8362950" cy="4968578"/>
          </a:xfrm>
        </p:spPr>
        <p:txBody>
          <a:bodyPr/>
          <a:lstStyle/>
          <a:p>
            <a:pPr eaLnBrk="1" hangingPunct="1"/>
            <a:r>
              <a:rPr lang="zh-CN" altLang="en-US" dirty="0">
                <a:latin typeface="Arial" charset="0"/>
                <a:ea typeface="宋体" charset="0"/>
              </a:rPr>
              <a:t>课程名称：</a:t>
            </a:r>
            <a:r>
              <a:rPr lang="en-US" altLang="zh-CN" dirty="0">
                <a:latin typeface="Arial" charset="0"/>
                <a:ea typeface="宋体" charset="0"/>
              </a:rPr>
              <a:t>C</a:t>
            </a:r>
            <a:r>
              <a:rPr lang="zh-CN" altLang="en-US" dirty="0">
                <a:latin typeface="Arial" charset="0"/>
                <a:ea typeface="宋体" charset="0"/>
              </a:rPr>
              <a:t>语言程序设计</a:t>
            </a:r>
            <a:r>
              <a:rPr lang="en-US" altLang="zh-CN" dirty="0">
                <a:latin typeface="Arial" charset="0"/>
                <a:ea typeface="宋体" charset="0"/>
              </a:rPr>
              <a:t>—</a:t>
            </a:r>
            <a:r>
              <a:rPr lang="zh-CN" altLang="en-US" dirty="0">
                <a:latin typeface="Arial" charset="0"/>
                <a:ea typeface="宋体" charset="0"/>
              </a:rPr>
              <a:t>技能训练</a:t>
            </a:r>
            <a:endParaRPr lang="en-US" altLang="zh-CN" dirty="0">
              <a:latin typeface="Arial" charset="0"/>
              <a:ea typeface="宋体" charset="0"/>
            </a:endParaRPr>
          </a:p>
          <a:p>
            <a:pPr eaLnBrk="1" hangingPunct="1"/>
            <a:r>
              <a:rPr lang="zh-CN" altLang="en-US" dirty="0">
                <a:latin typeface="Arial" charset="0"/>
                <a:ea typeface="宋体" charset="0"/>
              </a:rPr>
              <a:t>课程性质：必修</a:t>
            </a:r>
            <a:endParaRPr lang="en-US" altLang="zh-CN" dirty="0">
              <a:latin typeface="Arial" charset="0"/>
              <a:ea typeface="宋体" charset="0"/>
            </a:endParaRPr>
          </a:p>
          <a:p>
            <a:pPr eaLnBrk="1" hangingPunct="1"/>
            <a:r>
              <a:rPr lang="zh-CN" altLang="en-US" dirty="0">
                <a:latin typeface="Arial" charset="0"/>
                <a:ea typeface="宋体" charset="0"/>
              </a:rPr>
              <a:t>学分</a:t>
            </a:r>
            <a:r>
              <a:rPr lang="en-US" altLang="zh-CN" dirty="0">
                <a:latin typeface="Arial" charset="0"/>
                <a:ea typeface="宋体" charset="0"/>
              </a:rPr>
              <a:t>1</a:t>
            </a:r>
          </a:p>
          <a:p>
            <a:pPr eaLnBrk="1" hangingPunct="1"/>
            <a:r>
              <a:rPr lang="zh-CN" altLang="en-US" dirty="0">
                <a:latin typeface="Arial" charset="0"/>
                <a:ea typeface="宋体" charset="0"/>
              </a:rPr>
              <a:t>总学时：</a:t>
            </a:r>
            <a:r>
              <a:rPr lang="en-US" altLang="zh-CN" dirty="0">
                <a:latin typeface="Arial" charset="0"/>
                <a:ea typeface="宋体" charset="0"/>
              </a:rPr>
              <a:t>32 (</a:t>
            </a:r>
            <a:r>
              <a:rPr lang="zh-CN" altLang="en-US" dirty="0">
                <a:latin typeface="Arial" charset="0"/>
                <a:ea typeface="宋体" charset="0"/>
              </a:rPr>
              <a:t>实验</a:t>
            </a:r>
            <a:r>
              <a:rPr lang="en-US" altLang="zh-CN" dirty="0">
                <a:latin typeface="Arial" charset="0"/>
                <a:ea typeface="宋体" charset="0"/>
              </a:rPr>
              <a:t>)</a:t>
            </a:r>
          </a:p>
          <a:p>
            <a:pPr eaLnBrk="1" hangingPunct="1"/>
            <a:r>
              <a:rPr lang="zh-CN" altLang="en-US" dirty="0">
                <a:latin typeface="Arial" charset="0"/>
                <a:ea typeface="宋体" charset="0"/>
              </a:rPr>
              <a:t>课程建议：</a:t>
            </a:r>
          </a:p>
          <a:p>
            <a:pPr lvl="1" eaLnBrk="1" hangingPunct="1"/>
            <a:r>
              <a:rPr lang="zh-CN" altLang="en-US" dirty="0">
                <a:latin typeface="Arial" charset="0"/>
                <a:ea typeface="宋体" charset="0"/>
              </a:rPr>
              <a:t>建议自带电脑开发</a:t>
            </a:r>
            <a:r>
              <a:rPr lang="en-US" altLang="zh-CN" dirty="0">
                <a:latin typeface="Arial" charset="0"/>
                <a:ea typeface="宋体" charset="0"/>
              </a:rPr>
              <a:t>/U</a:t>
            </a:r>
            <a:r>
              <a:rPr lang="zh-CN" altLang="en-US" dirty="0">
                <a:latin typeface="Arial" charset="0"/>
                <a:ea typeface="宋体" charset="0"/>
              </a:rPr>
              <a:t>盘</a:t>
            </a:r>
            <a:r>
              <a:rPr lang="en-US" altLang="zh-CN" dirty="0">
                <a:latin typeface="Arial" charset="0"/>
                <a:ea typeface="宋体" charset="0"/>
              </a:rPr>
              <a:t>/</a:t>
            </a:r>
            <a:r>
              <a:rPr lang="zh-CN" altLang="en-US" dirty="0">
                <a:latin typeface="Arial" charset="0"/>
                <a:ea typeface="宋体" charset="0"/>
              </a:rPr>
              <a:t>云盘</a:t>
            </a:r>
            <a:endParaRPr lang="en-US" altLang="zh-CN" dirty="0">
              <a:latin typeface="Arial" charset="0"/>
              <a:ea typeface="宋体" charset="0"/>
            </a:endParaRPr>
          </a:p>
          <a:p>
            <a:pPr lvl="1" eaLnBrk="1" hangingPunct="1"/>
            <a:r>
              <a:rPr lang="zh-CN" altLang="en-US" dirty="0">
                <a:latin typeface="Arial" charset="0"/>
                <a:ea typeface="宋体" charset="0"/>
              </a:rPr>
              <a:t>鼓励使用</a:t>
            </a:r>
            <a:r>
              <a:rPr lang="en-US" altLang="zh-CN" dirty="0">
                <a:latin typeface="Arial" charset="0"/>
                <a:ea typeface="宋体" charset="0"/>
              </a:rPr>
              <a:t>AI</a:t>
            </a:r>
          </a:p>
          <a:p>
            <a:pPr lvl="1" eaLnBrk="1" hangingPunct="1"/>
            <a:r>
              <a:rPr lang="zh-CN" altLang="en-US" dirty="0">
                <a:latin typeface="Arial" charset="0"/>
                <a:ea typeface="宋体" charset="0"/>
              </a:rPr>
              <a:t>严禁直接复制粘贴代码</a:t>
            </a:r>
            <a:endParaRPr lang="en-US" altLang="zh-CN" dirty="0">
              <a:latin typeface="Arial" charset="0"/>
              <a:ea typeface="宋体" charset="0"/>
            </a:endParaRPr>
          </a:p>
          <a:p>
            <a:pPr lvl="1" eaLnBrk="1" hangingPunct="1"/>
            <a:r>
              <a:rPr lang="zh-CN" altLang="en-US" dirty="0">
                <a:latin typeface="Arial" charset="0"/>
                <a:ea typeface="宋体" charset="0"/>
              </a:rPr>
              <a:t>代码查重</a:t>
            </a:r>
            <a:endParaRPr lang="en-US" altLang="zh-CN" dirty="0">
              <a:latin typeface="Arial" charset="0"/>
              <a:ea typeface="宋体" charset="0"/>
            </a:endParaRPr>
          </a:p>
          <a:p>
            <a:pPr eaLnBrk="1" hangingPunct="1"/>
            <a:endParaRPr lang="en-US" altLang="zh-CN" dirty="0">
              <a:latin typeface="Arial" charset="0"/>
              <a:ea typeface="宋体" charset="0"/>
            </a:endParaRPr>
          </a:p>
          <a:p>
            <a:pPr eaLnBrk="1" hangingPunct="1"/>
            <a:endParaRPr lang="en-US" altLang="zh-CN" dirty="0">
              <a:latin typeface="Arial" charset="0"/>
              <a:ea typeface="宋体" charset="0"/>
            </a:endParaRPr>
          </a:p>
          <a:p>
            <a:pPr lvl="1" eaLnBrk="1" hangingPunct="1"/>
            <a:endParaRPr lang="en-US" altLang="zh-CN" dirty="0">
              <a:latin typeface="Arial" charset="0"/>
              <a:ea typeface="宋体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90646410"/>
      </p:ext>
    </p:extLst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>
          <a:xfrm>
            <a:off x="395536" y="620688"/>
            <a:ext cx="2448272" cy="757238"/>
          </a:xfrm>
        </p:spPr>
        <p:txBody>
          <a:bodyPr/>
          <a:lstStyle/>
          <a:p>
            <a:pPr eaLnBrk="1" hangingPunct="1"/>
            <a:r>
              <a:rPr lang="zh-CN" altLang="en-US" dirty="0"/>
              <a:t>考核方式</a:t>
            </a:r>
          </a:p>
        </p:txBody>
      </p:sp>
      <p:sp>
        <p:nvSpPr>
          <p:cNvPr id="29696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71297" y="1628800"/>
            <a:ext cx="8568952" cy="5112568"/>
          </a:xfrm>
        </p:spPr>
        <p:txBody>
          <a:bodyPr/>
          <a:lstStyle/>
          <a:p>
            <a:pPr eaLnBrk="1" hangingPunct="1"/>
            <a:r>
              <a:rPr lang="zh-CN" altLang="en-US" sz="4800" dirty="0"/>
              <a:t>课程总评分：</a:t>
            </a:r>
            <a:endParaRPr lang="en-US" altLang="zh-CN" sz="4800" dirty="0"/>
          </a:p>
          <a:p>
            <a:pPr lvl="1" eaLnBrk="1" hangingPunct="1"/>
            <a:r>
              <a:rPr lang="en-US" altLang="zh-CN" sz="4400" dirty="0"/>
              <a:t>10%</a:t>
            </a:r>
            <a:r>
              <a:rPr lang="zh-CN" altLang="en-US" sz="4400" dirty="0"/>
              <a:t>课程考勤</a:t>
            </a:r>
            <a:endParaRPr lang="en-US" altLang="zh-CN" sz="4400" dirty="0"/>
          </a:p>
          <a:p>
            <a:pPr lvl="1" eaLnBrk="1" hangingPunct="1"/>
            <a:r>
              <a:rPr lang="en-US" altLang="zh-CN" sz="4400" dirty="0"/>
              <a:t>10%</a:t>
            </a:r>
            <a:r>
              <a:rPr lang="zh-CN" altLang="en-US" sz="4400" dirty="0"/>
              <a:t>项目创新性</a:t>
            </a:r>
            <a:endParaRPr lang="en-US" altLang="zh-CN" sz="4400" dirty="0"/>
          </a:p>
          <a:p>
            <a:pPr lvl="1" eaLnBrk="1" hangingPunct="1"/>
            <a:r>
              <a:rPr lang="en-US" altLang="zh-CN" sz="4400" dirty="0"/>
              <a:t>40%</a:t>
            </a:r>
            <a:r>
              <a:rPr lang="zh-CN" altLang="en-US" sz="4400" dirty="0"/>
              <a:t>项目完成度</a:t>
            </a:r>
            <a:endParaRPr lang="en-US" altLang="zh-CN" sz="4400" dirty="0"/>
          </a:p>
          <a:p>
            <a:pPr lvl="1" eaLnBrk="1" hangingPunct="1"/>
            <a:r>
              <a:rPr lang="en-US" altLang="zh-CN" sz="4400" dirty="0"/>
              <a:t>20%</a:t>
            </a:r>
            <a:r>
              <a:rPr lang="zh-CN" altLang="en-US" sz="4400" dirty="0"/>
              <a:t>答辩成绩</a:t>
            </a:r>
            <a:endParaRPr lang="en-US" altLang="zh-CN" sz="5000" dirty="0"/>
          </a:p>
          <a:p>
            <a:pPr lvl="1" eaLnBrk="1" hangingPunct="1"/>
            <a:r>
              <a:rPr lang="en-US" altLang="zh-CN" sz="4400" dirty="0"/>
              <a:t>20%</a:t>
            </a:r>
            <a:r>
              <a:rPr lang="zh-CN" altLang="en-US" sz="4400" dirty="0"/>
              <a:t>项目实验报告</a:t>
            </a:r>
            <a:endParaRPr lang="en-US" altLang="zh-CN" sz="4400" dirty="0"/>
          </a:p>
        </p:txBody>
      </p:sp>
      <p:sp>
        <p:nvSpPr>
          <p:cNvPr id="2" name="文本框 1"/>
          <p:cNvSpPr txBox="1"/>
          <p:nvPr/>
        </p:nvSpPr>
        <p:spPr>
          <a:xfrm>
            <a:off x="9681682" y="3768657"/>
            <a:ext cx="1846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kumimoji="1" lang="zh-CN" altLang="en-US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969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2969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2969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6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29696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6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29696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6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29696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6963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6D16CE3-8E05-430D-9463-8C7C003AEE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分组与答辩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DD3D72E-671E-45B5-A728-EEA621E360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981200"/>
            <a:ext cx="7787208" cy="3886200"/>
          </a:xfrm>
        </p:spPr>
        <p:txBody>
          <a:bodyPr/>
          <a:lstStyle/>
          <a:p>
            <a:r>
              <a:rPr lang="zh-CN" altLang="en-US" dirty="0"/>
              <a:t>分为</a:t>
            </a:r>
            <a:r>
              <a:rPr lang="en-US" altLang="zh-CN" dirty="0"/>
              <a:t>1</a:t>
            </a:r>
            <a:r>
              <a:rPr lang="zh-CN" altLang="en-US" dirty="0"/>
              <a:t>至</a:t>
            </a:r>
            <a:r>
              <a:rPr lang="en-US" altLang="zh-CN" dirty="0"/>
              <a:t>3</a:t>
            </a:r>
            <a:r>
              <a:rPr lang="zh-CN" altLang="en-US" dirty="0"/>
              <a:t>人一组进行相应实践，在最后一周进行完成情况和答辩的考核。</a:t>
            </a:r>
            <a:endParaRPr lang="en-US" altLang="zh-CN" dirty="0"/>
          </a:p>
          <a:p>
            <a:r>
              <a:rPr lang="zh-CN" altLang="en-US" dirty="0"/>
              <a:t>每组独立演示并根据现场提问进行答辩，根据学生的演示和答辩情况进行考核登记。</a:t>
            </a:r>
            <a:endParaRPr lang="en-US" altLang="zh-CN" dirty="0"/>
          </a:p>
          <a:p>
            <a:r>
              <a:rPr lang="zh-CN" altLang="en-US" dirty="0"/>
              <a:t>课程设计持续</a:t>
            </a:r>
            <a:r>
              <a:rPr lang="en-US" altLang="zh-CN" dirty="0"/>
              <a:t>10</a:t>
            </a:r>
            <a:r>
              <a:rPr lang="zh-CN" altLang="en-US" dirty="0"/>
              <a:t>周，最后</a:t>
            </a:r>
            <a:r>
              <a:rPr lang="en-US" altLang="zh-CN" dirty="0"/>
              <a:t>1</a:t>
            </a:r>
            <a:r>
              <a:rPr lang="zh-CN" altLang="en-US" dirty="0"/>
              <a:t>周进行答辩。</a:t>
            </a:r>
            <a:endParaRPr lang="en-US" altLang="zh-CN" dirty="0"/>
          </a:p>
          <a:p>
            <a:r>
              <a:rPr lang="en-US" altLang="zh-CN" dirty="0"/>
              <a:t>*</a:t>
            </a:r>
            <a:r>
              <a:rPr lang="zh-CN" altLang="en-US" dirty="0"/>
              <a:t>回答问题</a:t>
            </a:r>
            <a:r>
              <a:rPr lang="en-US" altLang="zh-CN" dirty="0"/>
              <a:t>/</a:t>
            </a:r>
            <a:r>
              <a:rPr lang="zh-CN" altLang="en-US" dirty="0"/>
              <a:t>答辩的同学由老师选择</a:t>
            </a:r>
            <a:endParaRPr lang="en-US" altLang="zh-CN" dirty="0"/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847661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B3A8B94-5C30-408E-8CA3-73C7F90C2F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7504" y="1988840"/>
            <a:ext cx="8579296" cy="4608512"/>
          </a:xfrm>
        </p:spPr>
        <p:txBody>
          <a:bodyPr/>
          <a:lstStyle/>
          <a:p>
            <a:r>
              <a:rPr lang="en-US" altLang="zh-CN" dirty="0"/>
              <a:t>1</a:t>
            </a:r>
            <a:r>
              <a:rPr lang="zh-CN" altLang="en-US" dirty="0"/>
              <a:t>、饭卡管理系统</a:t>
            </a:r>
            <a:r>
              <a:rPr lang="en-US" altLang="zh-CN" dirty="0"/>
              <a:t>(</a:t>
            </a:r>
            <a:r>
              <a:rPr lang="zh-CN" altLang="en-US" dirty="0"/>
              <a:t>一级</a:t>
            </a:r>
            <a:r>
              <a:rPr lang="en-US" altLang="zh-CN" dirty="0"/>
              <a:t>)</a:t>
            </a:r>
            <a:endParaRPr lang="zh-CN" altLang="en-US" dirty="0"/>
          </a:p>
          <a:p>
            <a:r>
              <a:rPr lang="en-US" altLang="zh-CN" dirty="0"/>
              <a:t>2</a:t>
            </a:r>
            <a:r>
              <a:rPr lang="zh-CN" altLang="en-US" dirty="0"/>
              <a:t>、交规考试系统</a:t>
            </a:r>
            <a:r>
              <a:rPr lang="en-US" altLang="zh-CN" dirty="0"/>
              <a:t>(</a:t>
            </a:r>
            <a:r>
              <a:rPr lang="zh-CN" altLang="en-US" dirty="0"/>
              <a:t>二级</a:t>
            </a:r>
            <a:r>
              <a:rPr lang="en-US" altLang="zh-CN" dirty="0"/>
              <a:t>)</a:t>
            </a:r>
            <a:endParaRPr lang="zh-CN" altLang="en-US" dirty="0"/>
          </a:p>
          <a:p>
            <a:r>
              <a:rPr lang="en-US" altLang="zh-CN" dirty="0"/>
              <a:t>3</a:t>
            </a:r>
            <a:r>
              <a:rPr lang="zh-CN" altLang="en-US" dirty="0"/>
              <a:t>、商店商品管理系统</a:t>
            </a:r>
            <a:r>
              <a:rPr lang="en-US" altLang="zh-CN" dirty="0"/>
              <a:t>(</a:t>
            </a:r>
            <a:r>
              <a:rPr lang="zh-CN" altLang="en-US" dirty="0"/>
              <a:t>二级</a:t>
            </a:r>
            <a:r>
              <a:rPr lang="en-US" altLang="zh-CN" dirty="0"/>
              <a:t>)</a:t>
            </a:r>
            <a:endParaRPr lang="zh-CN" altLang="en-US" dirty="0"/>
          </a:p>
          <a:p>
            <a:r>
              <a:rPr lang="en-US" altLang="zh-CN" dirty="0"/>
              <a:t>4</a:t>
            </a:r>
            <a:r>
              <a:rPr lang="zh-CN" altLang="en-US" dirty="0"/>
              <a:t>、电子生词库系统</a:t>
            </a:r>
            <a:r>
              <a:rPr lang="en-US" altLang="zh-CN" dirty="0"/>
              <a:t>(</a:t>
            </a:r>
            <a:r>
              <a:rPr lang="zh-CN" altLang="en-US" dirty="0"/>
              <a:t>二级</a:t>
            </a:r>
            <a:r>
              <a:rPr lang="en-US" altLang="zh-CN" dirty="0"/>
              <a:t>)</a:t>
            </a:r>
            <a:endParaRPr lang="zh-CN" altLang="en-US" dirty="0"/>
          </a:p>
          <a:p>
            <a:r>
              <a:rPr lang="en-US" altLang="zh-CN" dirty="0"/>
              <a:t>5</a:t>
            </a:r>
            <a:r>
              <a:rPr lang="zh-CN" altLang="en-US" dirty="0"/>
              <a:t>、音像图书租借管理系统</a:t>
            </a:r>
            <a:r>
              <a:rPr lang="en-US" altLang="zh-CN" dirty="0"/>
              <a:t>(</a:t>
            </a:r>
            <a:r>
              <a:rPr lang="zh-CN" altLang="en-US" dirty="0"/>
              <a:t>二级</a:t>
            </a:r>
            <a:r>
              <a:rPr lang="en-US" altLang="zh-CN" dirty="0"/>
              <a:t>)</a:t>
            </a:r>
          </a:p>
          <a:p>
            <a:r>
              <a:rPr lang="en-US" altLang="zh-CN" dirty="0"/>
              <a:t>6</a:t>
            </a:r>
            <a:r>
              <a:rPr lang="zh-CN" altLang="en-US" dirty="0"/>
              <a:t>、机房收费管理系统</a:t>
            </a:r>
            <a:r>
              <a:rPr lang="en-US" altLang="zh-CN" dirty="0"/>
              <a:t>(</a:t>
            </a:r>
            <a:r>
              <a:rPr lang="zh-CN" altLang="en-US" dirty="0"/>
              <a:t>一级</a:t>
            </a:r>
            <a:r>
              <a:rPr lang="en-US" altLang="zh-CN" dirty="0"/>
              <a:t>)</a:t>
            </a:r>
            <a:endParaRPr lang="zh-CN" altLang="en-US" dirty="0"/>
          </a:p>
          <a:p>
            <a:r>
              <a:rPr lang="en-US" altLang="zh-CN" dirty="0"/>
              <a:t>7</a:t>
            </a:r>
            <a:r>
              <a:rPr lang="zh-CN" altLang="en-US" dirty="0"/>
              <a:t>、学籍管理系统</a:t>
            </a:r>
            <a:r>
              <a:rPr lang="en-US" altLang="zh-CN" dirty="0"/>
              <a:t>(</a:t>
            </a:r>
            <a:r>
              <a:rPr lang="zh-CN" altLang="en-US" dirty="0"/>
              <a:t>二级</a:t>
            </a:r>
            <a:r>
              <a:rPr lang="en-US" altLang="zh-CN" dirty="0"/>
              <a:t>)</a:t>
            </a:r>
            <a:endParaRPr lang="zh-CN" altLang="en-US" dirty="0"/>
          </a:p>
          <a:p>
            <a:r>
              <a:rPr lang="en-US" altLang="zh-CN" dirty="0"/>
              <a:t>8</a:t>
            </a:r>
            <a:r>
              <a:rPr lang="zh-CN" altLang="en-US" dirty="0"/>
              <a:t>、五子棋游戏</a:t>
            </a:r>
            <a:r>
              <a:rPr lang="en-US" altLang="zh-CN" dirty="0"/>
              <a:t>(</a:t>
            </a:r>
            <a:r>
              <a:rPr lang="zh-CN" altLang="en-US" dirty="0"/>
              <a:t>三级</a:t>
            </a:r>
            <a:r>
              <a:rPr lang="en-US" altLang="zh-CN" dirty="0"/>
              <a:t>)</a:t>
            </a:r>
            <a:endParaRPr lang="zh-CN" altLang="en-US" dirty="0"/>
          </a:p>
        </p:txBody>
      </p:sp>
      <p:sp>
        <p:nvSpPr>
          <p:cNvPr id="7" name="标题 1">
            <a:extLst>
              <a:ext uri="{FF2B5EF4-FFF2-40B4-BE49-F238E27FC236}">
                <a16:creationId xmlns:a16="http://schemas.microsoft.com/office/drawing/2014/main" id="{B90AA986-EE34-4681-9E2C-4E466A2706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57200"/>
            <a:ext cx="8229600" cy="1371600"/>
          </a:xfrm>
        </p:spPr>
        <p:txBody>
          <a:bodyPr/>
          <a:lstStyle/>
          <a:p>
            <a:r>
              <a:rPr lang="zh-CN" altLang="en-US" dirty="0"/>
              <a:t>课程设计可选内容</a:t>
            </a:r>
          </a:p>
        </p:txBody>
      </p:sp>
    </p:spTree>
    <p:extLst>
      <p:ext uri="{BB962C8B-B14F-4D97-AF65-F5344CB8AC3E}">
        <p14:creationId xmlns:p14="http://schemas.microsoft.com/office/powerpoint/2010/main" val="429260267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内容占位符 2">
            <a:extLst>
              <a:ext uri="{FF2B5EF4-FFF2-40B4-BE49-F238E27FC236}">
                <a16:creationId xmlns:a16="http://schemas.microsoft.com/office/drawing/2014/main" id="{67906505-ADA6-4E12-A142-B90F4E48BD34}"/>
              </a:ext>
            </a:extLst>
          </p:cNvPr>
          <p:cNvSpPr txBox="1">
            <a:spLocks/>
          </p:cNvSpPr>
          <p:nvPr/>
        </p:nvSpPr>
        <p:spPr bwMode="auto">
          <a:xfrm>
            <a:off x="179512" y="2224336"/>
            <a:ext cx="8363272" cy="41764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charset="0"/>
              <a:buChar char="n"/>
              <a:defRPr sz="3200" b="1">
                <a:solidFill>
                  <a:schemeClr val="tx1"/>
                </a:solidFill>
                <a:latin typeface="+mn-lt"/>
                <a:ea typeface="+mn-ea"/>
                <a:cs typeface="宋体" charset="0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charset="0"/>
              <a:buChar char="¨"/>
              <a:defRPr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charset="0"/>
              <a:buChar char="n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charset="0"/>
              <a:buChar char="¨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charset="0"/>
              <a:buChar char="§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r>
              <a:rPr lang="en-US" altLang="zh-CN" dirty="0"/>
              <a:t>9</a:t>
            </a:r>
            <a:r>
              <a:rPr lang="zh-CN" altLang="en-US" dirty="0"/>
              <a:t>、简单通讯录</a:t>
            </a:r>
            <a:r>
              <a:rPr lang="en-US" altLang="zh-CN" dirty="0"/>
              <a:t>(</a:t>
            </a:r>
            <a:r>
              <a:rPr lang="zh-CN" altLang="en-US" dirty="0"/>
              <a:t>一级</a:t>
            </a:r>
            <a:r>
              <a:rPr lang="en-US" altLang="zh-CN" dirty="0"/>
              <a:t>)</a:t>
            </a:r>
          </a:p>
          <a:p>
            <a:r>
              <a:rPr lang="en-US" altLang="zh-CN" dirty="0"/>
              <a:t>10</a:t>
            </a:r>
            <a:r>
              <a:rPr lang="zh-CN" altLang="en-US" dirty="0"/>
              <a:t>、俄罗斯方块游戏</a:t>
            </a:r>
            <a:r>
              <a:rPr lang="en-US" altLang="zh-CN" dirty="0"/>
              <a:t>(</a:t>
            </a:r>
            <a:r>
              <a:rPr lang="zh-CN" altLang="en-US" dirty="0"/>
              <a:t>三级</a:t>
            </a:r>
            <a:r>
              <a:rPr lang="en-US" altLang="zh-CN" dirty="0"/>
              <a:t>)</a:t>
            </a:r>
            <a:endParaRPr lang="zh-CN" altLang="en-US" dirty="0"/>
          </a:p>
          <a:p>
            <a:r>
              <a:rPr lang="en-US" altLang="zh-CN" dirty="0"/>
              <a:t>11</a:t>
            </a:r>
            <a:r>
              <a:rPr lang="zh-CN" altLang="en-US" dirty="0"/>
              <a:t>、城市天气信息档案管理系统</a:t>
            </a:r>
            <a:r>
              <a:rPr lang="en-US" altLang="zh-CN" dirty="0"/>
              <a:t>(</a:t>
            </a:r>
            <a:r>
              <a:rPr lang="zh-CN" altLang="en-US" dirty="0"/>
              <a:t>三级</a:t>
            </a:r>
            <a:r>
              <a:rPr lang="en-US" altLang="zh-CN" dirty="0"/>
              <a:t>)</a:t>
            </a:r>
          </a:p>
          <a:p>
            <a:r>
              <a:rPr lang="en-US" altLang="zh-CN" dirty="0"/>
              <a:t>12</a:t>
            </a:r>
            <a:r>
              <a:rPr lang="zh-CN" altLang="en-US" dirty="0"/>
              <a:t>、职工信息管理系统</a:t>
            </a:r>
            <a:r>
              <a:rPr lang="en-US" altLang="zh-CN" dirty="0"/>
              <a:t>(</a:t>
            </a:r>
            <a:r>
              <a:rPr lang="zh-CN" altLang="en-US" dirty="0"/>
              <a:t>一级</a:t>
            </a:r>
            <a:r>
              <a:rPr lang="en-US" altLang="zh-CN" dirty="0"/>
              <a:t>)</a:t>
            </a:r>
            <a:endParaRPr lang="zh-CN" altLang="en-US" dirty="0"/>
          </a:p>
          <a:p>
            <a:r>
              <a:rPr lang="en-US" altLang="zh-CN" dirty="0"/>
              <a:t>13</a:t>
            </a:r>
            <a:r>
              <a:rPr lang="zh-CN" altLang="en-US" dirty="0"/>
              <a:t>、安卓手机通信录管理系统</a:t>
            </a:r>
            <a:r>
              <a:rPr lang="en-US" altLang="zh-CN" dirty="0"/>
              <a:t>(</a:t>
            </a:r>
            <a:r>
              <a:rPr lang="zh-CN" altLang="en-US" dirty="0"/>
              <a:t>二级</a:t>
            </a:r>
            <a:r>
              <a:rPr lang="en-US" altLang="zh-CN" dirty="0"/>
              <a:t>)</a:t>
            </a:r>
            <a:endParaRPr lang="zh-CN" altLang="en-US" dirty="0"/>
          </a:p>
          <a:p>
            <a:r>
              <a:rPr lang="en-US" altLang="zh-CN" dirty="0"/>
              <a:t>14</a:t>
            </a:r>
            <a:r>
              <a:rPr lang="zh-CN" altLang="en-US" dirty="0"/>
              <a:t>、民航飞机订票系统</a:t>
            </a:r>
            <a:r>
              <a:rPr lang="en-US" altLang="zh-CN" dirty="0"/>
              <a:t>(</a:t>
            </a:r>
            <a:r>
              <a:rPr lang="zh-CN" altLang="en-US" dirty="0"/>
              <a:t>二级</a:t>
            </a:r>
            <a:r>
              <a:rPr lang="en-US" altLang="zh-CN" dirty="0"/>
              <a:t>)</a:t>
            </a:r>
            <a:endParaRPr lang="zh-CN" altLang="en-US" dirty="0"/>
          </a:p>
          <a:p>
            <a:r>
              <a:rPr lang="en-US" altLang="zh-CN" dirty="0"/>
              <a:t>15</a:t>
            </a:r>
            <a:r>
              <a:rPr lang="zh-CN" altLang="en-US" dirty="0"/>
              <a:t>、用经典蚁群算法求解旅行商问题</a:t>
            </a:r>
            <a:r>
              <a:rPr lang="en-US" altLang="zh-CN" dirty="0"/>
              <a:t>(</a:t>
            </a:r>
            <a:r>
              <a:rPr lang="zh-CN" altLang="en-US" dirty="0"/>
              <a:t>二级</a:t>
            </a:r>
            <a:r>
              <a:rPr lang="en-US" altLang="zh-CN" dirty="0"/>
              <a:t>)</a:t>
            </a:r>
          </a:p>
        </p:txBody>
      </p:sp>
      <p:sp>
        <p:nvSpPr>
          <p:cNvPr id="7" name="标题 1">
            <a:extLst>
              <a:ext uri="{FF2B5EF4-FFF2-40B4-BE49-F238E27FC236}">
                <a16:creationId xmlns:a16="http://schemas.microsoft.com/office/drawing/2014/main" id="{B90AA986-EE34-4681-9E2C-4E466A2706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57200"/>
            <a:ext cx="8229600" cy="1371600"/>
          </a:xfrm>
        </p:spPr>
        <p:txBody>
          <a:bodyPr/>
          <a:lstStyle/>
          <a:p>
            <a:r>
              <a:rPr lang="zh-CN" altLang="en-US" dirty="0"/>
              <a:t>课程设计可选内容</a:t>
            </a:r>
          </a:p>
        </p:txBody>
      </p:sp>
    </p:spTree>
    <p:extLst>
      <p:ext uri="{BB962C8B-B14F-4D97-AF65-F5344CB8AC3E}">
        <p14:creationId xmlns:p14="http://schemas.microsoft.com/office/powerpoint/2010/main" val="299240183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Box 19"/>
          <p:cNvSpPr txBox="1"/>
          <p:nvPr/>
        </p:nvSpPr>
        <p:spPr>
          <a:xfrm>
            <a:off x="323528" y="476672"/>
            <a:ext cx="864096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400" b="1" dirty="0">
                <a:solidFill>
                  <a:schemeClr val="hlink"/>
                </a:solidFill>
                <a:ea typeface="宋体" charset="0"/>
                <a:cs typeface="+mj-cs"/>
              </a:rPr>
              <a:t>如何利用计算机求解问题？</a:t>
            </a:r>
          </a:p>
        </p:txBody>
      </p:sp>
      <p:graphicFrame>
        <p:nvGraphicFramePr>
          <p:cNvPr id="4" name="内容占位符 4"/>
          <p:cNvGraphicFramePr>
            <a:graphicFrameLocks noGrp="1"/>
          </p:cNvGraphicFramePr>
          <p:nvPr>
            <p:ph idx="1"/>
          </p:nvPr>
        </p:nvGraphicFramePr>
        <p:xfrm>
          <a:off x="194343" y="1672434"/>
          <a:ext cx="8835652" cy="443934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4668733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718BACA4-9CB9-9340-86A6-E8E4DABCA061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AC71FFE7-1A85-7D4B-9217-27AEB40B72C0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95E0518C-CE8C-9144-8B69-87C901D174D2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0571162F-119C-6F41-A5D8-571465528625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33D4ED23-9230-5C4E-96AD-9FE9FF57B4F5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BA149C47-F48A-B741-8A5C-5781576AB47C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44687BD6-E5E4-084F-BE2C-AB1ED304B71C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64E3D211-9FA8-C242-ADF3-EADE4521EEA2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A4C37010-A5DB-7041-AB39-DDD50491ABD3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9CBB69A6-2DBD-6B4F-85B4-64F400C10738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04053CA2-6A4E-7F43-927A-2AB8EF0F7386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014A86CF-7DE3-564C-8E43-8D45AD3A244E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4" grpId="0">
        <p:bldSub>
          <a:bldDgm bld="one"/>
        </p:bldSub>
      </p:bldGraphic>
    </p:bldLst>
  </p:timing>
</p:sld>
</file>

<file path=ppt/theme/theme1.xml><?xml version="1.0" encoding="utf-8"?>
<a:theme xmlns:a="http://schemas.openxmlformats.org/drawingml/2006/main" name="Pixel">
  <a:themeElements>
    <a:clrScheme name="Pixel 12">
      <a:dk1>
        <a:srgbClr val="000000"/>
      </a:dk1>
      <a:lt1>
        <a:srgbClr val="FFFFFF"/>
      </a:lt1>
      <a:dk2>
        <a:srgbClr val="000000"/>
      </a:dk2>
      <a:lt2>
        <a:srgbClr val="00007D"/>
      </a:lt2>
      <a:accent1>
        <a:srgbClr val="9999FF"/>
      </a:accent1>
      <a:accent2>
        <a:srgbClr val="9999CC"/>
      </a:accent2>
      <a:accent3>
        <a:srgbClr val="FFFFFF"/>
      </a:accent3>
      <a:accent4>
        <a:srgbClr val="000000"/>
      </a:accent4>
      <a:accent5>
        <a:srgbClr val="CACAFF"/>
      </a:accent5>
      <a:accent6>
        <a:srgbClr val="8A8AB9"/>
      </a:accent6>
      <a:hlink>
        <a:srgbClr val="666699"/>
      </a:hlink>
      <a:folHlink>
        <a:srgbClr val="CCCCE6"/>
      </a:folHlink>
    </a:clrScheme>
    <a:fontScheme name="Pixel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sq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  <a:spAutoFit/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sq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  <a:spAutoFit/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宋体" pitchFamily="2" charset="-122"/>
          </a:defRPr>
        </a:defPPr>
      </a:lstStyle>
    </a:lnDef>
  </a:objectDefaults>
  <a:extraClrSchemeLst>
    <a:extraClrScheme>
      <a:clrScheme name="Pixel 1">
        <a:dk1>
          <a:srgbClr val="0066FF"/>
        </a:dk1>
        <a:lt1>
          <a:srgbClr val="FFFFFF"/>
        </a:lt1>
        <a:dk2>
          <a:srgbClr val="000066"/>
        </a:dk2>
        <a:lt2>
          <a:srgbClr val="FFFFFF"/>
        </a:lt2>
        <a:accent1>
          <a:srgbClr val="6699FF"/>
        </a:accent1>
        <a:accent2>
          <a:srgbClr val="3333FF"/>
        </a:accent2>
        <a:accent3>
          <a:srgbClr val="AAAAB8"/>
        </a:accent3>
        <a:accent4>
          <a:srgbClr val="DADADA"/>
        </a:accent4>
        <a:accent5>
          <a:srgbClr val="B8CAFF"/>
        </a:accent5>
        <a:accent6>
          <a:srgbClr val="2D2DE7"/>
        </a:accent6>
        <a:hlink>
          <a:srgbClr val="FFCC00"/>
        </a:hlink>
        <a:folHlink>
          <a:srgbClr val="0000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2">
        <a:dk1>
          <a:srgbClr val="009999"/>
        </a:dk1>
        <a:lt1>
          <a:srgbClr val="FFFFFF"/>
        </a:lt1>
        <a:dk2>
          <a:srgbClr val="334B49"/>
        </a:dk2>
        <a:lt2>
          <a:srgbClr val="FFFFFF"/>
        </a:lt2>
        <a:accent1>
          <a:srgbClr val="33CCCC"/>
        </a:accent1>
        <a:accent2>
          <a:srgbClr val="008080"/>
        </a:accent2>
        <a:accent3>
          <a:srgbClr val="ADB1B1"/>
        </a:accent3>
        <a:accent4>
          <a:srgbClr val="DADADA"/>
        </a:accent4>
        <a:accent5>
          <a:srgbClr val="ADE2E2"/>
        </a:accent5>
        <a:accent6>
          <a:srgbClr val="007373"/>
        </a:accent6>
        <a:hlink>
          <a:srgbClr val="FFCC00"/>
        </a:hlink>
        <a:folHlink>
          <a:srgbClr val="0066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3">
        <a:dk1>
          <a:srgbClr val="006699"/>
        </a:dk1>
        <a:lt1>
          <a:srgbClr val="FFFFFF"/>
        </a:lt1>
        <a:dk2>
          <a:srgbClr val="333399"/>
        </a:dk2>
        <a:lt2>
          <a:srgbClr val="FFFFFF"/>
        </a:lt2>
        <a:accent1>
          <a:srgbClr val="0099CC"/>
        </a:accent1>
        <a:accent2>
          <a:srgbClr val="0386AF"/>
        </a:accent2>
        <a:accent3>
          <a:srgbClr val="ADADCA"/>
        </a:accent3>
        <a:accent4>
          <a:srgbClr val="DADADA"/>
        </a:accent4>
        <a:accent5>
          <a:srgbClr val="AACAE2"/>
        </a:accent5>
        <a:accent6>
          <a:srgbClr val="02799E"/>
        </a:accent6>
        <a:hlink>
          <a:srgbClr val="FFCC00"/>
        </a:hlink>
        <a:folHlink>
          <a:srgbClr val="6699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4">
        <a:dk1>
          <a:srgbClr val="008080"/>
        </a:dk1>
        <a:lt1>
          <a:srgbClr val="FFFFFF"/>
        </a:lt1>
        <a:dk2>
          <a:srgbClr val="2F978D"/>
        </a:dk2>
        <a:lt2>
          <a:srgbClr val="FFFFFF"/>
        </a:lt2>
        <a:accent1>
          <a:srgbClr val="0099FF"/>
        </a:accent1>
        <a:accent2>
          <a:srgbClr val="009999"/>
        </a:accent2>
        <a:accent3>
          <a:srgbClr val="ADC9C5"/>
        </a:accent3>
        <a:accent4>
          <a:srgbClr val="DADADA"/>
        </a:accent4>
        <a:accent5>
          <a:srgbClr val="AACAFF"/>
        </a:accent5>
        <a:accent6>
          <a:srgbClr val="008A8A"/>
        </a:accent6>
        <a:hlink>
          <a:srgbClr val="FFFFCC"/>
        </a:hlink>
        <a:folHlink>
          <a:srgbClr val="70CAC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5">
        <a:dk1>
          <a:srgbClr val="822504"/>
        </a:dk1>
        <a:lt1>
          <a:srgbClr val="FFFFFF"/>
        </a:lt1>
        <a:dk2>
          <a:srgbClr val="330000"/>
        </a:dk2>
        <a:lt2>
          <a:srgbClr val="FFFFFF"/>
        </a:lt2>
        <a:accent1>
          <a:srgbClr val="FF9900"/>
        </a:accent1>
        <a:accent2>
          <a:srgbClr val="9E2A06"/>
        </a:accent2>
        <a:accent3>
          <a:srgbClr val="ADAAAA"/>
        </a:accent3>
        <a:accent4>
          <a:srgbClr val="DADADA"/>
        </a:accent4>
        <a:accent5>
          <a:srgbClr val="FFCAAA"/>
        </a:accent5>
        <a:accent6>
          <a:srgbClr val="8F2505"/>
        </a:accent6>
        <a:hlink>
          <a:srgbClr val="FF3300"/>
        </a:hlink>
        <a:folHlink>
          <a:srgbClr val="7C070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6">
        <a:dk1>
          <a:srgbClr val="336600"/>
        </a:dk1>
        <a:lt1>
          <a:srgbClr val="FFFFFF"/>
        </a:lt1>
        <a:dk2>
          <a:srgbClr val="4A7911"/>
        </a:dk2>
        <a:lt2>
          <a:srgbClr val="FFFFFF"/>
        </a:lt2>
        <a:accent1>
          <a:srgbClr val="666633"/>
        </a:accent1>
        <a:accent2>
          <a:srgbClr val="669900"/>
        </a:accent2>
        <a:accent3>
          <a:srgbClr val="B1BEAA"/>
        </a:accent3>
        <a:accent4>
          <a:srgbClr val="DADADA"/>
        </a:accent4>
        <a:accent5>
          <a:srgbClr val="B8B8AD"/>
        </a:accent5>
        <a:accent6>
          <a:srgbClr val="5C8A00"/>
        </a:accent6>
        <a:hlink>
          <a:srgbClr val="FFCC00"/>
        </a:hlink>
        <a:folHlink>
          <a:srgbClr val="99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7">
        <a:dk1>
          <a:srgbClr val="000000"/>
        </a:dk1>
        <a:lt1>
          <a:srgbClr val="FFFFFF"/>
        </a:lt1>
        <a:dk2>
          <a:srgbClr val="000000"/>
        </a:dk2>
        <a:lt2>
          <a:srgbClr val="CC3300"/>
        </a:lt2>
        <a:accent1>
          <a:srgbClr val="FFCC00"/>
        </a:accent1>
        <a:accent2>
          <a:srgbClr val="CC6600"/>
        </a:accent2>
        <a:accent3>
          <a:srgbClr val="FFFFFF"/>
        </a:accent3>
        <a:accent4>
          <a:srgbClr val="000000"/>
        </a:accent4>
        <a:accent5>
          <a:srgbClr val="FFE2AA"/>
        </a:accent5>
        <a:accent6>
          <a:srgbClr val="B95C00"/>
        </a:accent6>
        <a:hlink>
          <a:srgbClr val="663300"/>
        </a:hlink>
        <a:folHlink>
          <a:srgbClr val="CC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8">
        <a:dk1>
          <a:srgbClr val="003300"/>
        </a:dk1>
        <a:lt1>
          <a:srgbClr val="FFFFFF"/>
        </a:lt1>
        <a:dk2>
          <a:srgbClr val="000000"/>
        </a:dk2>
        <a:lt2>
          <a:srgbClr val="336600"/>
        </a:lt2>
        <a:accent1>
          <a:srgbClr val="CCCC00"/>
        </a:accent1>
        <a:accent2>
          <a:srgbClr val="669900"/>
        </a:accent2>
        <a:accent3>
          <a:srgbClr val="FFFFFF"/>
        </a:accent3>
        <a:accent4>
          <a:srgbClr val="002A00"/>
        </a:accent4>
        <a:accent5>
          <a:srgbClr val="E2E2AA"/>
        </a:accent5>
        <a:accent6>
          <a:srgbClr val="5C8A00"/>
        </a:accent6>
        <a:hlink>
          <a:srgbClr val="333300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9">
        <a:dk1>
          <a:srgbClr val="000000"/>
        </a:dk1>
        <a:lt1>
          <a:srgbClr val="FFFFFF"/>
        </a:lt1>
        <a:dk2>
          <a:srgbClr val="000000"/>
        </a:dk2>
        <a:lt2>
          <a:srgbClr val="440044"/>
        </a:lt2>
        <a:accent1>
          <a:srgbClr val="FFCCCC"/>
        </a:accent1>
        <a:accent2>
          <a:srgbClr val="790571"/>
        </a:accent2>
        <a:accent3>
          <a:srgbClr val="FFFFFF"/>
        </a:accent3>
        <a:accent4>
          <a:srgbClr val="000000"/>
        </a:accent4>
        <a:accent5>
          <a:srgbClr val="FFE2E2"/>
        </a:accent5>
        <a:accent6>
          <a:srgbClr val="6D0466"/>
        </a:accent6>
        <a:hlink>
          <a:srgbClr val="993366"/>
        </a:hlink>
        <a:folHlink>
          <a:srgbClr val="9F839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10">
        <a:dk1>
          <a:srgbClr val="000000"/>
        </a:dk1>
        <a:lt1>
          <a:srgbClr val="FFFFFF"/>
        </a:lt1>
        <a:dk2>
          <a:srgbClr val="000000"/>
        </a:dk2>
        <a:lt2>
          <a:srgbClr val="FF9900"/>
        </a:lt2>
        <a:accent1>
          <a:srgbClr val="FFCC99"/>
        </a:accent1>
        <a:accent2>
          <a:srgbClr val="FBA313"/>
        </a:accent2>
        <a:accent3>
          <a:srgbClr val="FFFFFF"/>
        </a:accent3>
        <a:accent4>
          <a:srgbClr val="000000"/>
        </a:accent4>
        <a:accent5>
          <a:srgbClr val="FFE2CA"/>
        </a:accent5>
        <a:accent6>
          <a:srgbClr val="E39310"/>
        </a:accent6>
        <a:hlink>
          <a:srgbClr val="CC3300"/>
        </a:hlink>
        <a:folHlink>
          <a:srgbClr val="FCC66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11">
        <a:dk1>
          <a:srgbClr val="000000"/>
        </a:dk1>
        <a:lt1>
          <a:srgbClr val="FFFFFF"/>
        </a:lt1>
        <a:dk2>
          <a:srgbClr val="000000"/>
        </a:dk2>
        <a:lt2>
          <a:srgbClr val="779F92"/>
        </a:lt2>
        <a:accent1>
          <a:srgbClr val="33CCCC"/>
        </a:accent1>
        <a:accent2>
          <a:srgbClr val="9DC2D7"/>
        </a:accent2>
        <a:accent3>
          <a:srgbClr val="FFFFFF"/>
        </a:accent3>
        <a:accent4>
          <a:srgbClr val="000000"/>
        </a:accent4>
        <a:accent5>
          <a:srgbClr val="ADE2E2"/>
        </a:accent5>
        <a:accent6>
          <a:srgbClr val="8EB0C3"/>
        </a:accent6>
        <a:hlink>
          <a:srgbClr val="006666"/>
        </a:hlink>
        <a:folHlink>
          <a:srgbClr val="CCCC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12">
        <a:dk1>
          <a:srgbClr val="000000"/>
        </a:dk1>
        <a:lt1>
          <a:srgbClr val="FFFFFF"/>
        </a:lt1>
        <a:dk2>
          <a:srgbClr val="000000"/>
        </a:dk2>
        <a:lt2>
          <a:srgbClr val="00007D"/>
        </a:lt2>
        <a:accent1>
          <a:srgbClr val="9999FF"/>
        </a:accent1>
        <a:accent2>
          <a:srgbClr val="9999CC"/>
        </a:accent2>
        <a:accent3>
          <a:srgbClr val="FFFFFF"/>
        </a:accent3>
        <a:accent4>
          <a:srgbClr val="000000"/>
        </a:accent4>
        <a:accent5>
          <a:srgbClr val="CACAFF"/>
        </a:accent5>
        <a:accent6>
          <a:srgbClr val="8A8AB9"/>
        </a:accent6>
        <a:hlink>
          <a:srgbClr val="666699"/>
        </a:hlink>
        <a:folHlink>
          <a:srgbClr val="CCCCE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Pixel</Template>
  <TotalTime>5246</TotalTime>
  <Words>367</Words>
  <Application>Microsoft Office PowerPoint</Application>
  <PresentationFormat>全屏显示(4:3)</PresentationFormat>
  <Paragraphs>63</Paragraphs>
  <Slides>8</Slides>
  <Notes>5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13" baseType="lpstr">
      <vt:lpstr>Arial</vt:lpstr>
      <vt:lpstr>Arial Black</vt:lpstr>
      <vt:lpstr>Times New Roman</vt:lpstr>
      <vt:lpstr>Wingdings</vt:lpstr>
      <vt:lpstr>Pixel</vt:lpstr>
      <vt:lpstr>C语言程序设计</vt:lpstr>
      <vt:lpstr>自我介绍</vt:lpstr>
      <vt:lpstr>课程简介</vt:lpstr>
      <vt:lpstr>考核方式</vt:lpstr>
      <vt:lpstr>分组与答辩</vt:lpstr>
      <vt:lpstr>课程设计可选内容</vt:lpstr>
      <vt:lpstr>课程设计可选内容</vt:lpstr>
      <vt:lpstr>PowerPoint 演示文稿</vt:lpstr>
    </vt:vector>
  </TitlesOfParts>
  <Manager/>
  <Company> 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chap1 引言</dc:title>
  <dc:creator>yanhui</dc:creator>
  <cp:lastModifiedBy>Mr.li</cp:lastModifiedBy>
  <cp:revision>682</cp:revision>
  <dcterms:created xsi:type="dcterms:W3CDTF">1998-02-11T08:33:02Z</dcterms:created>
  <dcterms:modified xsi:type="dcterms:W3CDTF">2026-03-10T18:35:31Z</dcterms:modified>
</cp:coreProperties>
</file>